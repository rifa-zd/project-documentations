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6" r:id="rId5"/>
    <p:sldId id="283" r:id="rId6"/>
    <p:sldId id="284" r:id="rId7"/>
    <p:sldId id="285" r:id="rId8"/>
    <p:sldId id="286" r:id="rId9"/>
    <p:sldId id="287" r:id="rId10"/>
    <p:sldId id="288" r:id="rId11"/>
    <p:sldId id="259" r:id="rId12"/>
    <p:sldId id="265" r:id="rId13"/>
    <p:sldId id="261" r:id="rId14"/>
    <p:sldId id="260" r:id="rId15"/>
    <p:sldId id="275" r:id="rId16"/>
  </p:sldIdLst>
  <p:sldSz cx="18288000" cy="10287000"/>
  <p:notesSz cx="6858000" cy="9144000"/>
  <p:embeddedFontLst>
    <p:embeddedFont>
      <p:font typeface="Alata" panose="020B0604020202020204" charset="0"/>
      <p:regular r:id="rId18"/>
    </p:embeddedFont>
    <p:embeddedFont>
      <p:font typeface="Arial Black" panose="020B0A04020102020204" pitchFamily="34" charset="0"/>
      <p:bold r:id="rId19"/>
    </p:embeddedFont>
    <p:embeddedFont>
      <p:font typeface="Comic Sans" panose="020B0604020202020204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Glacial Indifference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EE4266"/>
    <a:srgbClr val="FF3399"/>
    <a:srgbClr val="00FFFF"/>
    <a:srgbClr val="FF6600"/>
    <a:srgbClr val="B15EFF"/>
    <a:srgbClr val="FFD23F"/>
    <a:srgbClr val="F3E94C"/>
    <a:srgbClr val="FE7187"/>
    <a:srgbClr val="F64E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97" autoAdjust="0"/>
    <p:restoredTop sz="94622" autoAdjust="0"/>
  </p:normalViewPr>
  <p:slideViewPr>
    <p:cSldViewPr>
      <p:cViewPr>
        <p:scale>
          <a:sx n="33" d="100"/>
          <a:sy n="33" d="100"/>
        </p:scale>
        <p:origin x="1806" y="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724537023232439E-3"/>
          <c:y val="5.2908449482389685E-3"/>
          <c:w val="0.96937188911436023"/>
          <c:h val="0.994709155051761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D2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EB-4A0D-BE9A-EFCAD804CF17}"/>
              </c:ext>
            </c:extLst>
          </c:dPt>
          <c:dPt>
            <c:idx val="1"/>
            <c:invertIfNegative val="0"/>
            <c:bubble3D val="0"/>
            <c:spPr>
              <a:solidFill>
                <a:srgbClr val="EE42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EB-4A0D-BE9A-EFCAD804CF17}"/>
              </c:ext>
            </c:extLst>
          </c:dPt>
          <c:dPt>
            <c:idx val="2"/>
            <c:invertIfNegative val="0"/>
            <c:bubble3D val="0"/>
            <c:spPr>
              <a:solidFill>
                <a:srgbClr val="B15E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EB-4A0D-BE9A-EFCAD804CF17}"/>
              </c:ext>
            </c:extLst>
          </c:dPt>
          <c:cat>
            <c:strRef>
              <c:f>Sheet1!$A$2:$A$5</c:f>
              <c:strCache>
                <c:ptCount val="3"/>
                <c:pt idx="0">
                  <c:v>React</c:v>
                </c:pt>
                <c:pt idx="1">
                  <c:v>Angular</c:v>
                </c:pt>
                <c:pt idx="2">
                  <c:v>Vue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EB-4A0D-BE9A-EFCAD804CF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React</c:v>
                </c:pt>
                <c:pt idx="1">
                  <c:v>Angular</c:v>
                </c:pt>
                <c:pt idx="2">
                  <c:v>Vue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7-D5EB-4A0D-BE9A-EFCAD804CF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React</c:v>
                </c:pt>
                <c:pt idx="1">
                  <c:v>Angular</c:v>
                </c:pt>
                <c:pt idx="2">
                  <c:v>Vue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8-D5EB-4A0D-BE9A-EFCAD804C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0244144"/>
        <c:axId val="1940251824"/>
      </c:barChart>
      <c:catAx>
        <c:axId val="19402441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40251824"/>
        <c:crosses val="autoZero"/>
        <c:auto val="1"/>
        <c:lblAlgn val="ctr"/>
        <c:lblOffset val="45"/>
        <c:noMultiLvlLbl val="0"/>
      </c:catAx>
      <c:valAx>
        <c:axId val="194025182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40244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71E84-FAA0-4DCB-A68F-CD09FA4645DF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017C0-1094-4E8D-929A-F9BBD38F3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35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017C0-1094-4E8D-929A-F9BBD38F37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4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sv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sv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4.sv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jpe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0.svg"/><Relationship Id="rId7" Type="http://schemas.openxmlformats.org/officeDocument/2006/relationships/image" Target="../media/image4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4.svg"/><Relationship Id="rId5" Type="http://schemas.openxmlformats.org/officeDocument/2006/relationships/image" Target="../media/image45.svg"/><Relationship Id="rId10" Type="http://schemas.openxmlformats.org/officeDocument/2006/relationships/image" Target="../media/image3.pn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98333" y="-1944177"/>
            <a:ext cx="14034670" cy="4771788"/>
          </a:xfrm>
          <a:custGeom>
            <a:avLst/>
            <a:gdLst/>
            <a:ahLst/>
            <a:cxnLst/>
            <a:rect l="l" t="t" r="r" b="b"/>
            <a:pathLst>
              <a:path w="14034670" h="4771788">
                <a:moveTo>
                  <a:pt x="0" y="0"/>
                </a:moveTo>
                <a:lnTo>
                  <a:pt x="14034670" y="0"/>
                </a:lnTo>
                <a:lnTo>
                  <a:pt x="14034670" y="4771788"/>
                </a:lnTo>
                <a:lnTo>
                  <a:pt x="0" y="47717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384350" y="2773216"/>
            <a:ext cx="11102518" cy="10977615"/>
          </a:xfrm>
          <a:custGeom>
            <a:avLst/>
            <a:gdLst/>
            <a:ahLst/>
            <a:cxnLst/>
            <a:rect l="l" t="t" r="r" b="b"/>
            <a:pathLst>
              <a:path w="11102518" h="10977615">
                <a:moveTo>
                  <a:pt x="0" y="0"/>
                </a:moveTo>
                <a:lnTo>
                  <a:pt x="11102518" y="0"/>
                </a:lnTo>
                <a:lnTo>
                  <a:pt x="11102518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49705" y="3368058"/>
            <a:ext cx="47625" cy="3802747"/>
            <a:chOff x="0" y="0"/>
            <a:chExt cx="12543" cy="10015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543" cy="1001547"/>
            </a:xfrm>
            <a:custGeom>
              <a:avLst/>
              <a:gdLst/>
              <a:ahLst/>
              <a:cxnLst/>
              <a:rect l="l" t="t" r="r" b="b"/>
              <a:pathLst>
                <a:path w="12543" h="1001547">
                  <a:moveTo>
                    <a:pt x="0" y="0"/>
                  </a:moveTo>
                  <a:lnTo>
                    <a:pt x="12543" y="0"/>
                  </a:lnTo>
                  <a:lnTo>
                    <a:pt x="12543" y="1001547"/>
                  </a:lnTo>
                  <a:lnTo>
                    <a:pt x="0" y="10015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543" cy="1039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200533" y="2773217"/>
            <a:ext cx="3953867" cy="4046683"/>
          </a:xfrm>
          <a:custGeom>
            <a:avLst/>
            <a:gdLst/>
            <a:ahLst/>
            <a:cxnLst/>
            <a:rect l="l" t="t" r="r" b="b"/>
            <a:pathLst>
              <a:path w="4440715" h="4504611">
                <a:moveTo>
                  <a:pt x="0" y="0"/>
                </a:moveTo>
                <a:lnTo>
                  <a:pt x="4440715" y="0"/>
                </a:lnTo>
                <a:lnTo>
                  <a:pt x="4440715" y="4504611"/>
                </a:lnTo>
                <a:lnTo>
                  <a:pt x="0" y="45046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518" t="-6382" r="-55582" b="-85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16336" y="3421541"/>
            <a:ext cx="9262646" cy="22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77"/>
              </a:lnSpc>
              <a:spcBef>
                <a:spcPct val="0"/>
              </a:spcBef>
            </a:pPr>
            <a:r>
              <a:rPr lang="en-US" sz="13341" spc="1440">
                <a:solidFill>
                  <a:srgbClr val="2DD5E6"/>
                </a:solidFill>
                <a:latin typeface="Alata"/>
                <a:ea typeface="Alata"/>
                <a:cs typeface="Alata"/>
                <a:sym typeface="Alata"/>
              </a:rPr>
              <a:t>REACT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6336" y="5975962"/>
            <a:ext cx="9866662" cy="61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60"/>
              </a:lnSpc>
              <a:spcBef>
                <a:spcPct val="0"/>
              </a:spcBef>
            </a:pPr>
            <a:r>
              <a:rPr lang="en-US" sz="3686" spc="398" dirty="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A open-source front end JS library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00533" y="8204874"/>
            <a:ext cx="4539459" cy="150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699" dirty="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Presented By</a:t>
            </a:r>
          </a:p>
          <a:p>
            <a:pPr algn="r">
              <a:lnSpc>
                <a:spcPts val="4199"/>
              </a:lnSpc>
            </a:pPr>
            <a:r>
              <a:rPr lang="en-US" sz="2999" dirty="0">
                <a:solidFill>
                  <a:srgbClr val="45E4E4"/>
                </a:solidFill>
                <a:latin typeface="Comic Sans"/>
                <a:ea typeface="Comic Sans"/>
                <a:cs typeface="Comic Sans"/>
                <a:sym typeface="Comic Sans"/>
              </a:rPr>
              <a:t>Rifa Azad</a:t>
            </a:r>
          </a:p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45E4E4"/>
                </a:solidFill>
                <a:latin typeface="Comic Sans"/>
                <a:ea typeface="Comic Sans"/>
                <a:cs typeface="Comic Sans"/>
                <a:sym typeface="Comic Sans"/>
              </a:rPr>
              <a:t>ID: 2022-1-60-265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801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53759" y="-3853045"/>
            <a:ext cx="7793769" cy="7706089"/>
          </a:xfrm>
          <a:custGeom>
            <a:avLst/>
            <a:gdLst/>
            <a:ahLst/>
            <a:cxnLst/>
            <a:rect l="l" t="t" r="r" b="b"/>
            <a:pathLst>
              <a:path w="7793769" h="7706089">
                <a:moveTo>
                  <a:pt x="0" y="0"/>
                </a:moveTo>
                <a:lnTo>
                  <a:pt x="7793769" y="0"/>
                </a:lnTo>
                <a:lnTo>
                  <a:pt x="7793769" y="7706088"/>
                </a:lnTo>
                <a:lnTo>
                  <a:pt x="0" y="770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8883842">
            <a:off x="9441306" y="3362969"/>
            <a:ext cx="11102518" cy="10977615"/>
          </a:xfrm>
          <a:custGeom>
            <a:avLst/>
            <a:gdLst/>
            <a:ahLst/>
            <a:cxnLst/>
            <a:rect l="l" t="t" r="r" b="b"/>
            <a:pathLst>
              <a:path w="11102518" h="10977615">
                <a:moveTo>
                  <a:pt x="0" y="0"/>
                </a:moveTo>
                <a:lnTo>
                  <a:pt x="11102518" y="0"/>
                </a:lnTo>
                <a:lnTo>
                  <a:pt x="11102518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6B515F-532A-4EB3-961F-910AC3147514}"/>
              </a:ext>
            </a:extLst>
          </p:cNvPr>
          <p:cNvSpPr/>
          <p:nvPr/>
        </p:nvSpPr>
        <p:spPr>
          <a:xfrm>
            <a:off x="1" y="0"/>
            <a:ext cx="7378124" cy="10287000"/>
          </a:xfrm>
          <a:custGeom>
            <a:avLst/>
            <a:gdLst>
              <a:gd name="connsiteX0" fmla="*/ 0 w 7972840"/>
              <a:gd name="connsiteY0" fmla="*/ 0 h 10287000"/>
              <a:gd name="connsiteX1" fmla="*/ 5688853 w 7972840"/>
              <a:gd name="connsiteY1" fmla="*/ 0 h 10287000"/>
              <a:gd name="connsiteX2" fmla="*/ 5075927 w 7972840"/>
              <a:gd name="connsiteY2" fmla="*/ 18386 h 10287000"/>
              <a:gd name="connsiteX3" fmla="*/ 7972840 w 7972840"/>
              <a:gd name="connsiteY3" fmla="*/ 10287000 h 10287000"/>
              <a:gd name="connsiteX4" fmla="*/ 0 w 7972840"/>
              <a:gd name="connsiteY4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2840" h="10287000">
                <a:moveTo>
                  <a:pt x="0" y="0"/>
                </a:moveTo>
                <a:lnTo>
                  <a:pt x="5688853" y="0"/>
                </a:lnTo>
                <a:lnTo>
                  <a:pt x="5075927" y="18386"/>
                </a:lnTo>
                <a:lnTo>
                  <a:pt x="7972840" y="1028700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8EC4438A-A1BE-DC20-F4FF-B730D4E5CF8C}"/>
              </a:ext>
            </a:extLst>
          </p:cNvPr>
          <p:cNvSpPr txBox="1"/>
          <p:nvPr/>
        </p:nvSpPr>
        <p:spPr>
          <a:xfrm>
            <a:off x="6678145" y="913800"/>
            <a:ext cx="9125816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WHAT IS REACT?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2EB5A1F3-72F3-F3DF-DBE0-B6AFAD4468AF}"/>
              </a:ext>
            </a:extLst>
          </p:cNvPr>
          <p:cNvSpPr txBox="1"/>
          <p:nvPr/>
        </p:nvSpPr>
        <p:spPr>
          <a:xfrm>
            <a:off x="7556066" y="2564883"/>
            <a:ext cx="961989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200" spc="2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React is a </a:t>
            </a:r>
            <a:r>
              <a:rPr lang="en-US" sz="3200" spc="200" dirty="0">
                <a:solidFill>
                  <a:srgbClr val="FF66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JavaScript library </a:t>
            </a:r>
            <a:r>
              <a:rPr lang="en-US" sz="3200" spc="2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used to build </a:t>
            </a:r>
            <a:r>
              <a:rPr lang="en-US" sz="3200" spc="200" dirty="0">
                <a:solidFill>
                  <a:srgbClr val="00FFFF"/>
                </a:solidFill>
                <a:latin typeface="Glacial Indifference"/>
                <a:sym typeface="Glacial Indifference"/>
              </a:rPr>
              <a:t>dynamic</a:t>
            </a:r>
            <a:r>
              <a:rPr lang="en-US" sz="3200" spc="2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and </a:t>
            </a:r>
            <a:r>
              <a:rPr lang="en-US" sz="3200" spc="200" dirty="0">
                <a:solidFill>
                  <a:srgbClr val="00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interactive</a:t>
            </a:r>
            <a:r>
              <a:rPr lang="en-US" sz="3200" spc="2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user interfaces.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7BA52EB7-FAB1-6599-3448-8F160D953909}"/>
              </a:ext>
            </a:extLst>
          </p:cNvPr>
          <p:cNvSpPr txBox="1"/>
          <p:nvPr/>
        </p:nvSpPr>
        <p:spPr>
          <a:xfrm>
            <a:off x="6749758" y="4237462"/>
            <a:ext cx="961989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200" spc="2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Created by </a:t>
            </a:r>
            <a:r>
              <a:rPr lang="en-US" sz="3200" spc="200" dirty="0">
                <a:solidFill>
                  <a:srgbClr val="FFC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Facebook</a:t>
            </a:r>
            <a:r>
              <a:rPr lang="en-US" sz="3200" spc="200" dirty="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 2011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97AA51EC-BA73-AD69-5C09-CD1B7F143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584978"/>
              </p:ext>
            </p:extLst>
          </p:nvPr>
        </p:nvGraphicFramePr>
        <p:xfrm>
          <a:off x="8700076" y="4838700"/>
          <a:ext cx="7378124" cy="432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TextBox 6">
            <a:extLst>
              <a:ext uri="{FF2B5EF4-FFF2-40B4-BE49-F238E27FC236}">
                <a16:creationId xmlns:a16="http://schemas.microsoft.com/office/drawing/2014/main" id="{2C5C3F71-8637-328A-9BC3-DDBF91DECE02}"/>
              </a:ext>
            </a:extLst>
          </p:cNvPr>
          <p:cNvSpPr txBox="1"/>
          <p:nvPr/>
        </p:nvSpPr>
        <p:spPr>
          <a:xfrm>
            <a:off x="9129496" y="9253350"/>
            <a:ext cx="123739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200" spc="200" dirty="0">
                <a:solidFill>
                  <a:schemeClr val="bg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React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B50C362D-AD63-E4DF-C97A-D6E688EC55A2}"/>
              </a:ext>
            </a:extLst>
          </p:cNvPr>
          <p:cNvSpPr txBox="1"/>
          <p:nvPr/>
        </p:nvSpPr>
        <p:spPr>
          <a:xfrm>
            <a:off x="10753400" y="9252776"/>
            <a:ext cx="161261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200" spc="200" dirty="0">
                <a:solidFill>
                  <a:schemeClr val="bg1"/>
                </a:solidFill>
                <a:latin typeface="Glacial Indifference"/>
                <a:sym typeface="Glacial Indifference"/>
              </a:rPr>
              <a:t>Angular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D748122E-B7F1-BE8B-FFD9-5ECD9792A6E0}"/>
              </a:ext>
            </a:extLst>
          </p:cNvPr>
          <p:cNvSpPr txBox="1"/>
          <p:nvPr/>
        </p:nvSpPr>
        <p:spPr>
          <a:xfrm>
            <a:off x="12889681" y="9252775"/>
            <a:ext cx="123739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200" spc="200" dirty="0">
                <a:solidFill>
                  <a:schemeClr val="bg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 build="p"/>
      <p:bldP spid="21" grpId="0"/>
      <p:bldGraphic spid="26" grpId="0">
        <p:bldAsOne/>
      </p:bldGraphic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6">
            <a:extLst>
              <a:ext uri="{FF2B5EF4-FFF2-40B4-BE49-F238E27FC236}">
                <a16:creationId xmlns:a16="http://schemas.microsoft.com/office/drawing/2014/main" id="{E9D3B892-CAEA-1E65-4366-6813BABB68DD}"/>
              </a:ext>
            </a:extLst>
          </p:cNvPr>
          <p:cNvSpPr/>
          <p:nvPr/>
        </p:nvSpPr>
        <p:spPr>
          <a:xfrm>
            <a:off x="9768278" y="0"/>
            <a:ext cx="8519722" cy="10287000"/>
          </a:xfrm>
          <a:custGeom>
            <a:avLst/>
            <a:gdLst/>
            <a:ahLst/>
            <a:cxnLst/>
            <a:rect l="l" t="t" r="r" b="b"/>
            <a:pathLst>
              <a:path w="3177177" h="613601">
                <a:moveTo>
                  <a:pt x="9103" y="0"/>
                </a:moveTo>
                <a:lnTo>
                  <a:pt x="3168074" y="0"/>
                </a:lnTo>
                <a:cubicBezTo>
                  <a:pt x="3170488" y="0"/>
                  <a:pt x="3172804" y="959"/>
                  <a:pt x="3174511" y="2666"/>
                </a:cubicBezTo>
                <a:cubicBezTo>
                  <a:pt x="3176218" y="4373"/>
                  <a:pt x="3177177" y="6689"/>
                  <a:pt x="3177177" y="9103"/>
                </a:cubicBezTo>
                <a:lnTo>
                  <a:pt x="3177177" y="604497"/>
                </a:lnTo>
                <a:cubicBezTo>
                  <a:pt x="3177177" y="609525"/>
                  <a:pt x="3173101" y="613601"/>
                  <a:pt x="3168074" y="613601"/>
                </a:cubicBezTo>
                <a:lnTo>
                  <a:pt x="9103" y="613601"/>
                </a:lnTo>
                <a:cubicBezTo>
                  <a:pt x="6689" y="613601"/>
                  <a:pt x="4373" y="612641"/>
                  <a:pt x="2666" y="610934"/>
                </a:cubicBezTo>
                <a:cubicBezTo>
                  <a:pt x="959" y="609227"/>
                  <a:pt x="0" y="606912"/>
                  <a:pt x="0" y="604497"/>
                </a:cubicBezTo>
                <a:lnTo>
                  <a:pt x="0" y="9103"/>
                </a:lnTo>
                <a:cubicBezTo>
                  <a:pt x="0" y="4076"/>
                  <a:pt x="4076" y="0"/>
                  <a:pt x="9103" y="0"/>
                </a:cubicBezTo>
                <a:close/>
              </a:path>
            </a:pathLst>
          </a:custGeom>
          <a:solidFill>
            <a:schemeClr val="bg1">
              <a:alpha val="78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69099" y="4625392"/>
            <a:ext cx="9379701" cy="9274179"/>
          </a:xfrm>
          <a:custGeom>
            <a:avLst/>
            <a:gdLst/>
            <a:ahLst/>
            <a:cxnLst/>
            <a:rect l="l" t="t" r="r" b="b"/>
            <a:pathLst>
              <a:path w="9379701" h="9274179">
                <a:moveTo>
                  <a:pt x="0" y="0"/>
                </a:moveTo>
                <a:lnTo>
                  <a:pt x="9379700" y="0"/>
                </a:lnTo>
                <a:lnTo>
                  <a:pt x="9379700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839129" y="-308442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0E8F0-7FFD-904B-F34D-B704F64BEAB4}"/>
              </a:ext>
            </a:extLst>
          </p:cNvPr>
          <p:cNvSpPr txBox="1"/>
          <p:nvPr/>
        </p:nvSpPr>
        <p:spPr>
          <a:xfrm>
            <a:off x="1143000" y="3086100"/>
            <a:ext cx="8305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'click'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FF33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"#div"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'none'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6A23C16D-C7BB-5A11-1138-5C13B7E93480}"/>
              </a:ext>
            </a:extLst>
          </p:cNvPr>
          <p:cNvSpPr/>
          <p:nvPr/>
        </p:nvSpPr>
        <p:spPr>
          <a:xfrm>
            <a:off x="1600200" y="1409700"/>
            <a:ext cx="5181600" cy="990600"/>
          </a:xfrm>
          <a:prstGeom prst="cube">
            <a:avLst>
              <a:gd name="adj" fmla="val 9516"/>
            </a:avLst>
          </a:prstGeom>
          <a:solidFill>
            <a:srgbClr val="EE42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spc="417" dirty="0">
                <a:solidFill>
                  <a:srgbClr val="FFFFFF"/>
                </a:solidFill>
                <a:latin typeface="Arial Black" panose="020B0A04020102020204" pitchFamily="34" charset="0"/>
              </a:rPr>
              <a:t>Vanilla</a:t>
            </a:r>
            <a:r>
              <a:rPr lang="en-US" sz="1400" dirty="0">
                <a:latin typeface="Arial Black" panose="020B0A04020102020204" pitchFamily="34" charset="0"/>
              </a:rPr>
              <a:t> </a:t>
            </a:r>
            <a:r>
              <a:rPr lang="en-US" sz="2800" spc="417" dirty="0" err="1">
                <a:solidFill>
                  <a:srgbClr val="FFFFFF"/>
                </a:solidFill>
                <a:latin typeface="Arial Black" panose="020B0A04020102020204" pitchFamily="34" charset="0"/>
              </a:rPr>
              <a:t>Javascript</a:t>
            </a:r>
            <a:endParaRPr lang="en-US" sz="2800" spc="417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42F469-C178-5CC4-149C-95C434BF8975}"/>
              </a:ext>
            </a:extLst>
          </p:cNvPr>
          <p:cNvCxnSpPr/>
          <p:nvPr/>
        </p:nvCxnSpPr>
        <p:spPr>
          <a:xfrm>
            <a:off x="1143000" y="3314700"/>
            <a:ext cx="73152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366FF5-F05A-0EBD-9566-795F36709E30}"/>
              </a:ext>
            </a:extLst>
          </p:cNvPr>
          <p:cNvCxnSpPr>
            <a:cxnSpLocks/>
          </p:cNvCxnSpPr>
          <p:nvPr/>
        </p:nvCxnSpPr>
        <p:spPr>
          <a:xfrm>
            <a:off x="1828800" y="4838700"/>
            <a:ext cx="74676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1622A6-F334-2DC2-C8BA-40A949D63BCB}"/>
              </a:ext>
            </a:extLst>
          </p:cNvPr>
          <p:cNvCxnSpPr>
            <a:cxnSpLocks/>
          </p:cNvCxnSpPr>
          <p:nvPr/>
        </p:nvCxnSpPr>
        <p:spPr>
          <a:xfrm>
            <a:off x="1828800" y="4076700"/>
            <a:ext cx="6477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752F21-D0B5-456D-17A7-A684DE674A9C}"/>
              </a:ext>
            </a:extLst>
          </p:cNvPr>
          <p:cNvCxnSpPr>
            <a:cxnSpLocks/>
          </p:cNvCxnSpPr>
          <p:nvPr/>
        </p:nvCxnSpPr>
        <p:spPr>
          <a:xfrm>
            <a:off x="1828800" y="5524500"/>
            <a:ext cx="4572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7E3655-0122-B949-1AA0-4FB95748D554}"/>
              </a:ext>
            </a:extLst>
          </p:cNvPr>
          <p:cNvCxnSpPr>
            <a:cxnSpLocks/>
          </p:cNvCxnSpPr>
          <p:nvPr/>
        </p:nvCxnSpPr>
        <p:spPr>
          <a:xfrm>
            <a:off x="1143000" y="5905500"/>
            <a:ext cx="6858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Picture 30" descr="A diagram of a document&#10;&#10;Description automatically generated">
            <a:extLst>
              <a:ext uri="{FF2B5EF4-FFF2-40B4-BE49-F238E27FC236}">
                <a16:creationId xmlns:a16="http://schemas.microsoft.com/office/drawing/2014/main" id="{14BF1C77-2E21-578C-D37D-6696DE6E9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1729654"/>
            <a:ext cx="7186178" cy="6218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E6CD2F-C72F-F020-2DA3-1103DC7D5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3862" y="1905000"/>
            <a:ext cx="8504138" cy="59843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0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8023D-8318-9D85-AF0D-95DDFB91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BAC3710-363E-FF2A-8E69-636983417BAA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A6CB67-7F42-405D-116C-6A44E49B60FE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54F424A8-C32D-B4C8-98B5-0B33D5CFB3FF}"/>
              </a:ext>
            </a:extLst>
          </p:cNvPr>
          <p:cNvSpPr txBox="1"/>
          <p:nvPr/>
        </p:nvSpPr>
        <p:spPr>
          <a:xfrm>
            <a:off x="1066800" y="647700"/>
            <a:ext cx="10058400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Setup React </a:t>
            </a:r>
            <a:r>
              <a:rPr lang="en-US" sz="6417" spc="417" dirty="0" err="1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Enviroment</a:t>
            </a:r>
            <a:endParaRPr lang="en-US" sz="6417" spc="417" dirty="0">
              <a:solidFill>
                <a:srgbClr val="1A1A1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2CE02CA-7853-E9A4-652A-1B213D69D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3314701"/>
            <a:ext cx="73914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5E6237-54FB-6ABE-03FB-B0CA53BFD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2462" y="3299259"/>
            <a:ext cx="7141938" cy="3657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50A5BF-6D00-A46E-14BE-6B883A812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23459" y="3314703"/>
            <a:ext cx="6815012" cy="3657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A38323-D169-2F46-2EF8-D0841130D3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97530" y="3299259"/>
            <a:ext cx="8233484" cy="36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0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5110D-2560-CB25-F90A-F75BC832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C5268F0-776A-AE85-06F3-7B600840FE4D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133684-65DE-1AE6-D5CE-1D8F2015366C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B6134D1E-8BB1-03F9-21E8-7B2C19E6BB1F}"/>
              </a:ext>
            </a:extLst>
          </p:cNvPr>
          <p:cNvSpPr txBox="1"/>
          <p:nvPr/>
        </p:nvSpPr>
        <p:spPr>
          <a:xfrm>
            <a:off x="1066800" y="647700"/>
            <a:ext cx="10058400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Setup React </a:t>
            </a:r>
            <a:r>
              <a:rPr lang="en-US" sz="6417" spc="417" dirty="0" err="1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Enviroment</a:t>
            </a:r>
            <a:endParaRPr lang="en-US" sz="6417" spc="417" dirty="0">
              <a:solidFill>
                <a:srgbClr val="1A1A1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0466DF-B5F8-9CD1-C178-4C513C0B2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36829" y="3292044"/>
            <a:ext cx="73914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BC4B9D-66E3-CF84-1C80-94D57AC29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375" y="3292045"/>
            <a:ext cx="7391400" cy="3657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D5E66-8AAC-7574-A92C-5FD367E72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5148" y="3330144"/>
            <a:ext cx="6815012" cy="3657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BB661B-DB40-B7A9-4543-B2E4E588D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96533" y="3345585"/>
            <a:ext cx="8233484" cy="36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8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2C1A3-12A0-6217-85E2-E3021093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48B4F45-2014-485E-C9AD-4EA50C8AC2B8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8C2BA9E-08FC-A546-2804-ABFEF040F139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59218993-5C05-A684-002D-D395D4C61628}"/>
              </a:ext>
            </a:extLst>
          </p:cNvPr>
          <p:cNvSpPr txBox="1"/>
          <p:nvPr/>
        </p:nvSpPr>
        <p:spPr>
          <a:xfrm>
            <a:off x="1066800" y="647700"/>
            <a:ext cx="10058400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Setup React </a:t>
            </a:r>
            <a:r>
              <a:rPr lang="en-US" sz="6417" spc="417" dirty="0" err="1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Enviroment</a:t>
            </a:r>
            <a:endParaRPr lang="en-US" sz="6417" spc="417" dirty="0">
              <a:solidFill>
                <a:srgbClr val="1A1A1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AEAAFB-A032-7F5D-5B8C-63D088F24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042038" y="3345585"/>
            <a:ext cx="73914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61D8E2-980F-3416-09C2-1732D9134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736829" y="3314700"/>
            <a:ext cx="7391400" cy="3657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6BED5E-F8D7-F286-83D2-6B8F7F2B3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380" y="3345585"/>
            <a:ext cx="7332982" cy="3657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F53C93-BE2B-A2EE-0AA0-091D92E2C0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15171" y="3361026"/>
            <a:ext cx="8233484" cy="3642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24FC3C-6395-9BBF-DA8B-9F73E6388B1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6847"/>
          <a:stretch/>
        </p:blipFill>
        <p:spPr>
          <a:xfrm>
            <a:off x="22308343" y="3372611"/>
            <a:ext cx="8114401" cy="36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78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A5E42-8526-3BA8-1F94-F7B5165D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4C53901-2402-46CF-5659-9B52FAF516F2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91EBE4D-CD97-51C0-1DDD-0B3B2FD6657B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BFC764CB-AD73-37F2-BA1E-FDA1E6A2FF4E}"/>
              </a:ext>
            </a:extLst>
          </p:cNvPr>
          <p:cNvSpPr txBox="1"/>
          <p:nvPr/>
        </p:nvSpPr>
        <p:spPr>
          <a:xfrm>
            <a:off x="1066800" y="647700"/>
            <a:ext cx="10058400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Setup React </a:t>
            </a:r>
            <a:r>
              <a:rPr lang="en-US" sz="6417" spc="417" dirty="0" err="1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Enviroment</a:t>
            </a:r>
            <a:endParaRPr lang="en-US" sz="6417" spc="417" dirty="0">
              <a:solidFill>
                <a:srgbClr val="1A1A1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7C474B-AEC5-35FB-3BBD-170475534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797282" y="3286985"/>
            <a:ext cx="7391400" cy="3657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998285-E2E8-10C0-896F-ACC0910E8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68059" y="3314701"/>
            <a:ext cx="7332982" cy="3657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24267F-1D6F-2F64-10C7-CCD4C7827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480" y="3286985"/>
            <a:ext cx="8233484" cy="3642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2FA097-9C6F-3868-E526-002F859A8E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847"/>
          <a:stretch/>
        </p:blipFill>
        <p:spPr>
          <a:xfrm>
            <a:off x="13681521" y="3286985"/>
            <a:ext cx="8114401" cy="3662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FE771C-DB3F-C9E9-4581-0D4E78FA8A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7479" y="1713697"/>
            <a:ext cx="6400800" cy="68972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BF726C-49BD-1F90-03C3-7566F5E94B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54436" y="2118683"/>
            <a:ext cx="10317015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09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A964A-5DB8-D137-737E-3D6FD25E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4105EF4-32B0-2F15-88B2-359234DAF36C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6BC7B07-8F39-BA56-B8A1-24BF8D7D2DFE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32692412-BA37-0219-DB8F-558A1B2753B4}"/>
              </a:ext>
            </a:extLst>
          </p:cNvPr>
          <p:cNvSpPr txBox="1"/>
          <p:nvPr/>
        </p:nvSpPr>
        <p:spPr>
          <a:xfrm>
            <a:off x="1066800" y="647700"/>
            <a:ext cx="10058400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Setup React </a:t>
            </a:r>
            <a:r>
              <a:rPr lang="en-US" sz="6417" spc="417" dirty="0" err="1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Enviroment</a:t>
            </a:r>
            <a:endParaRPr lang="en-US" sz="6417" spc="417" dirty="0">
              <a:solidFill>
                <a:srgbClr val="1A1A1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3FCD3F-63B2-FF80-3608-8DFF90A04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833599" y="3298391"/>
            <a:ext cx="7332982" cy="3657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385908-B93C-D9DC-D036-1E4C9FCE0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555866" y="3341266"/>
            <a:ext cx="8233484" cy="3642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53EC13-727A-E85F-0C69-3F02A30B5D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847"/>
          <a:stretch/>
        </p:blipFill>
        <p:spPr>
          <a:xfrm>
            <a:off x="4622369" y="3312420"/>
            <a:ext cx="8114401" cy="3662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07E568-276D-C4FB-A111-84231C774E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18245" y="1675597"/>
            <a:ext cx="6400800" cy="68972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AC801E-719D-9729-E3B2-90AC5AE08C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78604" y="2041367"/>
            <a:ext cx="10317015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84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11B9C-167C-D61C-5B8B-B6176338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830A21B-6185-5B4F-E726-C2204C96522F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EBBB61A-6E62-6F66-1CC0-3A8D5E8744D8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4BC98E39-543F-764B-0B43-9E78B37276B7}"/>
              </a:ext>
            </a:extLst>
          </p:cNvPr>
          <p:cNvSpPr txBox="1"/>
          <p:nvPr/>
        </p:nvSpPr>
        <p:spPr>
          <a:xfrm>
            <a:off x="1066800" y="647700"/>
            <a:ext cx="10058400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Setup React </a:t>
            </a:r>
            <a:r>
              <a:rPr lang="en-US" sz="6417" spc="417" dirty="0" err="1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Enviroment</a:t>
            </a:r>
            <a:endParaRPr lang="en-US" sz="6417" spc="417" dirty="0">
              <a:solidFill>
                <a:srgbClr val="1A1A1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435A8D-3D57-6C58-15A2-ACEE695F9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802476" y="3332422"/>
            <a:ext cx="8233484" cy="3642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972165-36E5-14E8-6C2E-4505AC4756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847"/>
          <a:stretch/>
        </p:blipFill>
        <p:spPr>
          <a:xfrm>
            <a:off x="-4454819" y="3312420"/>
            <a:ext cx="8114401" cy="3662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00AC86-4273-9FF9-8189-B186B5252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755" y="2361002"/>
            <a:ext cx="6351445" cy="68972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13210D-F291-2797-B904-787E9A8C0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6060" y="2765988"/>
            <a:ext cx="10317015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00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D5A50-1DD9-677B-8062-CD7F089BF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5ED1E2C-BFC1-54BD-619C-457DD67EFA64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4AEF918-6FFA-87AC-85CB-70633D9C746E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E52BF699-1F22-ED1A-E59C-C70487E30598}"/>
              </a:ext>
            </a:extLst>
          </p:cNvPr>
          <p:cNvSpPr txBox="1"/>
          <p:nvPr/>
        </p:nvSpPr>
        <p:spPr>
          <a:xfrm>
            <a:off x="1066800" y="647700"/>
            <a:ext cx="10058400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Setup React </a:t>
            </a:r>
            <a:r>
              <a:rPr lang="en-US" sz="6417" spc="417" dirty="0" err="1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Enviroment</a:t>
            </a:r>
            <a:endParaRPr lang="en-US" sz="6417" spc="417" dirty="0">
              <a:solidFill>
                <a:srgbClr val="1A1A1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6B91E-65E9-A399-D0DA-A8BF3681DE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47"/>
          <a:stretch/>
        </p:blipFill>
        <p:spPr>
          <a:xfrm>
            <a:off x="-11766016" y="3312420"/>
            <a:ext cx="8114401" cy="3662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52395F-4499-EB62-8BBB-8BC332E63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95852" y="2372598"/>
            <a:ext cx="6351445" cy="68972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8F4DF9-9D84-B72D-1AA9-EA6C106A3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602" y="2372598"/>
            <a:ext cx="10317015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15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B2EA8263-8D11-989B-91B4-36C5C99723B3}"/>
              </a:ext>
            </a:extLst>
          </p:cNvPr>
          <p:cNvSpPr/>
          <p:nvPr/>
        </p:nvSpPr>
        <p:spPr>
          <a:xfrm>
            <a:off x="0" y="-7939"/>
            <a:ext cx="13726420" cy="10294939"/>
          </a:xfrm>
          <a:custGeom>
            <a:avLst/>
            <a:gdLst/>
            <a:ahLst/>
            <a:cxnLst/>
            <a:rect l="l" t="t" r="r" b="b"/>
            <a:pathLst>
              <a:path w="13726420" h="10294939">
                <a:moveTo>
                  <a:pt x="0" y="0"/>
                </a:moveTo>
                <a:lnTo>
                  <a:pt x="13726420" y="0"/>
                </a:lnTo>
                <a:lnTo>
                  <a:pt x="13726420" y="10294939"/>
                </a:lnTo>
                <a:lnTo>
                  <a:pt x="0" y="10294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241" t="-12119" b="-121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D9386256-4461-9A44-F834-C7500528C97C}"/>
              </a:ext>
            </a:extLst>
          </p:cNvPr>
          <p:cNvSpPr/>
          <p:nvPr/>
        </p:nvSpPr>
        <p:spPr>
          <a:xfrm>
            <a:off x="1386316" y="1939130"/>
            <a:ext cx="10972800" cy="6400800"/>
          </a:xfrm>
          <a:custGeom>
            <a:avLst/>
            <a:gdLst/>
            <a:ahLst/>
            <a:cxnLst/>
            <a:rect l="l" t="t" r="r" b="b"/>
            <a:pathLst>
              <a:path w="3177177" h="613601">
                <a:moveTo>
                  <a:pt x="9103" y="0"/>
                </a:moveTo>
                <a:lnTo>
                  <a:pt x="3168074" y="0"/>
                </a:lnTo>
                <a:cubicBezTo>
                  <a:pt x="3170488" y="0"/>
                  <a:pt x="3172804" y="959"/>
                  <a:pt x="3174511" y="2666"/>
                </a:cubicBezTo>
                <a:cubicBezTo>
                  <a:pt x="3176218" y="4373"/>
                  <a:pt x="3177177" y="6689"/>
                  <a:pt x="3177177" y="9103"/>
                </a:cubicBezTo>
                <a:lnTo>
                  <a:pt x="3177177" y="604497"/>
                </a:lnTo>
                <a:cubicBezTo>
                  <a:pt x="3177177" y="609525"/>
                  <a:pt x="3173101" y="613601"/>
                  <a:pt x="3168074" y="613601"/>
                </a:cubicBezTo>
                <a:lnTo>
                  <a:pt x="9103" y="613601"/>
                </a:lnTo>
                <a:cubicBezTo>
                  <a:pt x="6689" y="613601"/>
                  <a:pt x="4373" y="612641"/>
                  <a:pt x="2666" y="610934"/>
                </a:cubicBezTo>
                <a:cubicBezTo>
                  <a:pt x="959" y="609227"/>
                  <a:pt x="0" y="606912"/>
                  <a:pt x="0" y="604497"/>
                </a:cubicBezTo>
                <a:lnTo>
                  <a:pt x="0" y="9103"/>
                </a:lnTo>
                <a:cubicBezTo>
                  <a:pt x="0" y="4076"/>
                  <a:pt x="4076" y="0"/>
                  <a:pt x="9103" y="0"/>
                </a:cubicBezTo>
                <a:close/>
              </a:path>
            </a:pathLst>
          </a:custGeom>
          <a:solidFill>
            <a:srgbClr val="F2F4F5">
              <a:alpha val="78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89A2AF8-2DD0-226E-E363-8B048118D6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65" y="2249840"/>
            <a:ext cx="3909588" cy="5915023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764ED58-8967-03AC-0C77-2C91E2339BCE}"/>
              </a:ext>
            </a:extLst>
          </p:cNvPr>
          <p:cNvSpPr/>
          <p:nvPr/>
        </p:nvSpPr>
        <p:spPr>
          <a:xfrm>
            <a:off x="7218002" y="1217452"/>
            <a:ext cx="4400215" cy="5069047"/>
          </a:xfrm>
          <a:prstGeom prst="wedgeRoundRectCallout">
            <a:avLst>
              <a:gd name="adj1" fmla="val -140825"/>
              <a:gd name="adj2" fmla="val 17247"/>
              <a:gd name="adj3" fmla="val 16667"/>
            </a:avLst>
          </a:prstGeom>
          <a:solidFill>
            <a:srgbClr val="222222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3ED68A-1E2D-5E13-94A4-0177D3C77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1369851"/>
            <a:ext cx="4061043" cy="4764248"/>
          </a:xfrm>
          <a:prstGeom prst="roundRect">
            <a:avLst/>
          </a:prstGeom>
          <a:effectLst>
            <a:softEdge rad="0"/>
          </a:effectLst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25C35A35-517D-6898-EF1B-8DC1E8923030}"/>
              </a:ext>
            </a:extLst>
          </p:cNvPr>
          <p:cNvSpPr/>
          <p:nvPr/>
        </p:nvSpPr>
        <p:spPr>
          <a:xfrm>
            <a:off x="1672190" y="5296601"/>
            <a:ext cx="842409" cy="2740559"/>
          </a:xfrm>
          <a:prstGeom prst="leftBrace">
            <a:avLst>
              <a:gd name="adj1" fmla="val 85746"/>
              <a:gd name="adj2" fmla="val 48731"/>
            </a:avLst>
          </a:prstGeom>
          <a:ln w="6350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816CE0-0233-E468-E76D-A3FE8F17C211}"/>
              </a:ext>
            </a:extLst>
          </p:cNvPr>
          <p:cNvSpPr/>
          <p:nvPr/>
        </p:nvSpPr>
        <p:spPr>
          <a:xfrm>
            <a:off x="2209800" y="4359714"/>
            <a:ext cx="1871724" cy="478986"/>
          </a:xfrm>
          <a:prstGeom prst="rect">
            <a:avLst/>
          </a:prstGeom>
          <a:noFill/>
          <a:ln w="50800">
            <a:solidFill>
              <a:srgbClr val="EE42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288367">
            <a:off x="-5349339" y="175344"/>
            <a:ext cx="13553399" cy="7081651"/>
          </a:xfrm>
          <a:custGeom>
            <a:avLst/>
            <a:gdLst/>
            <a:ahLst/>
            <a:cxnLst/>
            <a:rect l="l" t="t" r="r" b="b"/>
            <a:pathLst>
              <a:path w="13553399" h="7081651">
                <a:moveTo>
                  <a:pt x="0" y="0"/>
                </a:moveTo>
                <a:lnTo>
                  <a:pt x="13553399" y="0"/>
                </a:lnTo>
                <a:lnTo>
                  <a:pt x="13553399" y="7081652"/>
                </a:lnTo>
                <a:lnTo>
                  <a:pt x="0" y="7081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533400" y="514350"/>
            <a:ext cx="8077201" cy="9258300"/>
            <a:chOff x="0" y="0"/>
            <a:chExt cx="6350000" cy="9525000"/>
          </a:xfrm>
          <a:blipFill>
            <a:blip r:embed="rId4"/>
            <a:stretch>
              <a:fillRect/>
            </a:stretch>
          </a:blip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569450" y="5445029"/>
            <a:ext cx="9379701" cy="9274179"/>
          </a:xfrm>
          <a:custGeom>
            <a:avLst/>
            <a:gdLst/>
            <a:ahLst/>
            <a:cxnLst/>
            <a:rect l="l" t="t" r="r" b="b"/>
            <a:pathLst>
              <a:path w="9379701" h="9274179">
                <a:moveTo>
                  <a:pt x="0" y="0"/>
                </a:moveTo>
                <a:lnTo>
                  <a:pt x="9379700" y="0"/>
                </a:lnTo>
                <a:lnTo>
                  <a:pt x="9379700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id="{539BFC0D-5C9D-75B1-9286-563352E980E1}"/>
              </a:ext>
            </a:extLst>
          </p:cNvPr>
          <p:cNvSpPr/>
          <p:nvPr/>
        </p:nvSpPr>
        <p:spPr>
          <a:xfrm>
            <a:off x="9672483" y="514350"/>
            <a:ext cx="8077201" cy="9258300"/>
          </a:xfrm>
          <a:custGeom>
            <a:avLst/>
            <a:gdLst/>
            <a:ahLst/>
            <a:cxnLst/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947" y="4355225"/>
            <a:ext cx="9379701" cy="9274179"/>
          </a:xfrm>
          <a:custGeom>
            <a:avLst/>
            <a:gdLst/>
            <a:ahLst/>
            <a:cxnLst/>
            <a:rect l="l" t="t" r="r" b="b"/>
            <a:pathLst>
              <a:path w="9379701" h="9274179">
                <a:moveTo>
                  <a:pt x="0" y="0"/>
                </a:moveTo>
                <a:lnTo>
                  <a:pt x="9379701" y="0"/>
                </a:lnTo>
                <a:lnTo>
                  <a:pt x="9379701" y="9274178"/>
                </a:lnTo>
                <a:lnTo>
                  <a:pt x="0" y="927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3860225">
            <a:off x="-153392" y="-3151968"/>
            <a:ext cx="5813961" cy="5748554"/>
          </a:xfrm>
          <a:custGeom>
            <a:avLst/>
            <a:gdLst/>
            <a:ahLst/>
            <a:cxnLst/>
            <a:rect l="l" t="t" r="r" b="b"/>
            <a:pathLst>
              <a:path w="5813961" h="5748554">
                <a:moveTo>
                  <a:pt x="0" y="0"/>
                </a:moveTo>
                <a:lnTo>
                  <a:pt x="5813962" y="0"/>
                </a:lnTo>
                <a:lnTo>
                  <a:pt x="5813962" y="5748555"/>
                </a:lnTo>
                <a:lnTo>
                  <a:pt x="0" y="574855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730747" y="-78618"/>
            <a:ext cx="8531557" cy="10287000"/>
          </a:xfrm>
          <a:custGeom>
            <a:avLst/>
            <a:gdLst/>
            <a:ahLst/>
            <a:cxnLst/>
            <a:rect l="l" t="t" r="r" b="b"/>
            <a:pathLst>
              <a:path w="9633645" h="10287000">
                <a:moveTo>
                  <a:pt x="0" y="0"/>
                </a:moveTo>
                <a:lnTo>
                  <a:pt x="9633645" y="0"/>
                </a:lnTo>
                <a:lnTo>
                  <a:pt x="963364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927" t="-21264" r="-7330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124752" y="3258158"/>
            <a:ext cx="9355079" cy="1806724"/>
            <a:chOff x="0" y="0"/>
            <a:chExt cx="3177177" cy="6136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77177" cy="613601"/>
            </a:xfrm>
            <a:custGeom>
              <a:avLst/>
              <a:gdLst/>
              <a:ahLst/>
              <a:cxnLst/>
              <a:rect l="l" t="t" r="r" b="b"/>
              <a:pathLst>
                <a:path w="3177177" h="613601">
                  <a:moveTo>
                    <a:pt x="9103" y="0"/>
                  </a:moveTo>
                  <a:lnTo>
                    <a:pt x="3168074" y="0"/>
                  </a:lnTo>
                  <a:cubicBezTo>
                    <a:pt x="3170488" y="0"/>
                    <a:pt x="3172804" y="959"/>
                    <a:pt x="3174511" y="2666"/>
                  </a:cubicBezTo>
                  <a:cubicBezTo>
                    <a:pt x="3176218" y="4373"/>
                    <a:pt x="3177177" y="6689"/>
                    <a:pt x="3177177" y="9103"/>
                  </a:cubicBezTo>
                  <a:lnTo>
                    <a:pt x="3177177" y="604497"/>
                  </a:lnTo>
                  <a:cubicBezTo>
                    <a:pt x="3177177" y="609525"/>
                    <a:pt x="3173101" y="613601"/>
                    <a:pt x="3168074" y="613601"/>
                  </a:cubicBezTo>
                  <a:lnTo>
                    <a:pt x="9103" y="613601"/>
                  </a:lnTo>
                  <a:cubicBezTo>
                    <a:pt x="6689" y="613601"/>
                    <a:pt x="4373" y="612641"/>
                    <a:pt x="2666" y="610934"/>
                  </a:cubicBezTo>
                  <a:cubicBezTo>
                    <a:pt x="959" y="609227"/>
                    <a:pt x="0" y="606912"/>
                    <a:pt x="0" y="604497"/>
                  </a:cubicBezTo>
                  <a:lnTo>
                    <a:pt x="0" y="9103"/>
                  </a:lnTo>
                  <a:cubicBezTo>
                    <a:pt x="0" y="4076"/>
                    <a:pt x="4076" y="0"/>
                    <a:pt x="9103" y="0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177177" cy="651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9895" y="3393553"/>
            <a:ext cx="1205346" cy="1139467"/>
            <a:chOff x="0" y="0"/>
            <a:chExt cx="459054" cy="4339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9054" cy="433964"/>
            </a:xfrm>
            <a:custGeom>
              <a:avLst/>
              <a:gdLst/>
              <a:ahLst/>
              <a:cxnLst/>
              <a:rect l="l" t="t" r="r" b="b"/>
              <a:pathLst>
                <a:path w="459054" h="433964">
                  <a:moveTo>
                    <a:pt x="70653" y="0"/>
                  </a:moveTo>
                  <a:lnTo>
                    <a:pt x="388401" y="0"/>
                  </a:lnTo>
                  <a:cubicBezTo>
                    <a:pt x="407139" y="0"/>
                    <a:pt x="425110" y="7444"/>
                    <a:pt x="438360" y="20694"/>
                  </a:cubicBezTo>
                  <a:cubicBezTo>
                    <a:pt x="451610" y="33944"/>
                    <a:pt x="459054" y="51915"/>
                    <a:pt x="459054" y="70653"/>
                  </a:cubicBezTo>
                  <a:lnTo>
                    <a:pt x="459054" y="363311"/>
                  </a:lnTo>
                  <a:cubicBezTo>
                    <a:pt x="459054" y="402332"/>
                    <a:pt x="427421" y="433964"/>
                    <a:pt x="388401" y="433964"/>
                  </a:cubicBezTo>
                  <a:lnTo>
                    <a:pt x="70653" y="433964"/>
                  </a:lnTo>
                  <a:cubicBezTo>
                    <a:pt x="31632" y="433964"/>
                    <a:pt x="0" y="402332"/>
                    <a:pt x="0" y="363311"/>
                  </a:cubicBezTo>
                  <a:lnTo>
                    <a:pt x="0" y="70653"/>
                  </a:lnTo>
                  <a:cubicBezTo>
                    <a:pt x="0" y="31632"/>
                    <a:pt x="31632" y="0"/>
                    <a:pt x="70653" y="0"/>
                  </a:cubicBezTo>
                  <a:close/>
                </a:path>
              </a:pathLst>
            </a:custGeom>
            <a:solidFill>
              <a:srgbClr val="2221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59054" cy="47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50313" y="3514291"/>
            <a:ext cx="884510" cy="895913"/>
          </a:xfrm>
          <a:custGeom>
            <a:avLst/>
            <a:gdLst/>
            <a:ahLst/>
            <a:cxnLst/>
            <a:rect l="l" t="t" r="r" b="b"/>
            <a:pathLst>
              <a:path w="884510" h="895913">
                <a:moveTo>
                  <a:pt x="0" y="0"/>
                </a:moveTo>
                <a:lnTo>
                  <a:pt x="884510" y="0"/>
                </a:lnTo>
                <a:lnTo>
                  <a:pt x="884510" y="895913"/>
                </a:lnTo>
                <a:lnTo>
                  <a:pt x="0" y="895913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124752" y="5095573"/>
            <a:ext cx="9355079" cy="2008290"/>
            <a:chOff x="0" y="-38100"/>
            <a:chExt cx="3177177" cy="6820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77177" cy="643957"/>
            </a:xfrm>
            <a:custGeom>
              <a:avLst/>
              <a:gdLst/>
              <a:ahLst/>
              <a:cxnLst/>
              <a:rect l="l" t="t" r="r" b="b"/>
              <a:pathLst>
                <a:path w="3177177" h="613601">
                  <a:moveTo>
                    <a:pt x="9103" y="0"/>
                  </a:moveTo>
                  <a:lnTo>
                    <a:pt x="3168074" y="0"/>
                  </a:lnTo>
                  <a:cubicBezTo>
                    <a:pt x="3170488" y="0"/>
                    <a:pt x="3172804" y="959"/>
                    <a:pt x="3174511" y="2666"/>
                  </a:cubicBezTo>
                  <a:cubicBezTo>
                    <a:pt x="3176218" y="4373"/>
                    <a:pt x="3177177" y="6689"/>
                    <a:pt x="3177177" y="9103"/>
                  </a:cubicBezTo>
                  <a:lnTo>
                    <a:pt x="3177177" y="604497"/>
                  </a:lnTo>
                  <a:cubicBezTo>
                    <a:pt x="3177177" y="609525"/>
                    <a:pt x="3173101" y="613601"/>
                    <a:pt x="3168074" y="613601"/>
                  </a:cubicBezTo>
                  <a:lnTo>
                    <a:pt x="9103" y="613601"/>
                  </a:lnTo>
                  <a:cubicBezTo>
                    <a:pt x="6689" y="613601"/>
                    <a:pt x="4373" y="612641"/>
                    <a:pt x="2666" y="610934"/>
                  </a:cubicBezTo>
                  <a:cubicBezTo>
                    <a:pt x="959" y="609227"/>
                    <a:pt x="0" y="606912"/>
                    <a:pt x="0" y="604497"/>
                  </a:cubicBezTo>
                  <a:lnTo>
                    <a:pt x="0" y="9103"/>
                  </a:lnTo>
                  <a:cubicBezTo>
                    <a:pt x="0" y="4076"/>
                    <a:pt x="4076" y="0"/>
                    <a:pt x="9103" y="0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177177" cy="651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9895" y="5524041"/>
            <a:ext cx="1205346" cy="1139467"/>
            <a:chOff x="0" y="0"/>
            <a:chExt cx="459054" cy="4339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9054" cy="433964"/>
            </a:xfrm>
            <a:custGeom>
              <a:avLst/>
              <a:gdLst/>
              <a:ahLst/>
              <a:cxnLst/>
              <a:rect l="l" t="t" r="r" b="b"/>
              <a:pathLst>
                <a:path w="459054" h="433964">
                  <a:moveTo>
                    <a:pt x="70653" y="0"/>
                  </a:moveTo>
                  <a:lnTo>
                    <a:pt x="388401" y="0"/>
                  </a:lnTo>
                  <a:cubicBezTo>
                    <a:pt x="407139" y="0"/>
                    <a:pt x="425110" y="7444"/>
                    <a:pt x="438360" y="20694"/>
                  </a:cubicBezTo>
                  <a:cubicBezTo>
                    <a:pt x="451610" y="33944"/>
                    <a:pt x="459054" y="51915"/>
                    <a:pt x="459054" y="70653"/>
                  </a:cubicBezTo>
                  <a:lnTo>
                    <a:pt x="459054" y="363311"/>
                  </a:lnTo>
                  <a:cubicBezTo>
                    <a:pt x="459054" y="402332"/>
                    <a:pt x="427421" y="433964"/>
                    <a:pt x="388401" y="433964"/>
                  </a:cubicBezTo>
                  <a:lnTo>
                    <a:pt x="70653" y="433964"/>
                  </a:lnTo>
                  <a:cubicBezTo>
                    <a:pt x="31632" y="433964"/>
                    <a:pt x="0" y="402332"/>
                    <a:pt x="0" y="363311"/>
                  </a:cubicBezTo>
                  <a:lnTo>
                    <a:pt x="0" y="70653"/>
                  </a:lnTo>
                  <a:cubicBezTo>
                    <a:pt x="0" y="31632"/>
                    <a:pt x="31632" y="0"/>
                    <a:pt x="70653" y="0"/>
                  </a:cubicBezTo>
                  <a:close/>
                </a:path>
              </a:pathLst>
            </a:custGeom>
            <a:solidFill>
              <a:srgbClr val="22211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59054" cy="47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4751" y="7343397"/>
            <a:ext cx="9355079" cy="1487674"/>
            <a:chOff x="0" y="0"/>
            <a:chExt cx="3177177" cy="6136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77177" cy="613601"/>
            </a:xfrm>
            <a:custGeom>
              <a:avLst/>
              <a:gdLst/>
              <a:ahLst/>
              <a:cxnLst/>
              <a:rect l="l" t="t" r="r" b="b"/>
              <a:pathLst>
                <a:path w="3177177" h="613601">
                  <a:moveTo>
                    <a:pt x="9103" y="0"/>
                  </a:moveTo>
                  <a:lnTo>
                    <a:pt x="3168074" y="0"/>
                  </a:lnTo>
                  <a:cubicBezTo>
                    <a:pt x="3170488" y="0"/>
                    <a:pt x="3172804" y="959"/>
                    <a:pt x="3174511" y="2666"/>
                  </a:cubicBezTo>
                  <a:cubicBezTo>
                    <a:pt x="3176218" y="4373"/>
                    <a:pt x="3177177" y="6689"/>
                    <a:pt x="3177177" y="9103"/>
                  </a:cubicBezTo>
                  <a:lnTo>
                    <a:pt x="3177177" y="604497"/>
                  </a:lnTo>
                  <a:cubicBezTo>
                    <a:pt x="3177177" y="609525"/>
                    <a:pt x="3173101" y="613601"/>
                    <a:pt x="3168074" y="613601"/>
                  </a:cubicBezTo>
                  <a:lnTo>
                    <a:pt x="9103" y="613601"/>
                  </a:lnTo>
                  <a:cubicBezTo>
                    <a:pt x="6689" y="613601"/>
                    <a:pt x="4373" y="612641"/>
                    <a:pt x="2666" y="610934"/>
                  </a:cubicBezTo>
                  <a:cubicBezTo>
                    <a:pt x="959" y="609227"/>
                    <a:pt x="0" y="606912"/>
                    <a:pt x="0" y="604497"/>
                  </a:cubicBezTo>
                  <a:lnTo>
                    <a:pt x="0" y="9103"/>
                  </a:lnTo>
                  <a:cubicBezTo>
                    <a:pt x="0" y="4076"/>
                    <a:pt x="4076" y="0"/>
                    <a:pt x="9103" y="0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177177" cy="651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9895" y="7332993"/>
            <a:ext cx="1205346" cy="1312173"/>
            <a:chOff x="0" y="-38100"/>
            <a:chExt cx="459054" cy="499739"/>
          </a:xfrm>
        </p:grpSpPr>
        <p:sp>
          <p:nvSpPr>
            <p:cNvPr id="22" name="Freeform 22"/>
            <p:cNvSpPr/>
            <p:nvPr/>
          </p:nvSpPr>
          <p:spPr>
            <a:xfrm>
              <a:off x="0" y="27675"/>
              <a:ext cx="459054" cy="433964"/>
            </a:xfrm>
            <a:custGeom>
              <a:avLst/>
              <a:gdLst/>
              <a:ahLst/>
              <a:cxnLst/>
              <a:rect l="l" t="t" r="r" b="b"/>
              <a:pathLst>
                <a:path w="459054" h="433964">
                  <a:moveTo>
                    <a:pt x="70653" y="0"/>
                  </a:moveTo>
                  <a:lnTo>
                    <a:pt x="388401" y="0"/>
                  </a:lnTo>
                  <a:cubicBezTo>
                    <a:pt x="407139" y="0"/>
                    <a:pt x="425110" y="7444"/>
                    <a:pt x="438360" y="20694"/>
                  </a:cubicBezTo>
                  <a:cubicBezTo>
                    <a:pt x="451610" y="33944"/>
                    <a:pt x="459054" y="51915"/>
                    <a:pt x="459054" y="70653"/>
                  </a:cubicBezTo>
                  <a:lnTo>
                    <a:pt x="459054" y="363311"/>
                  </a:lnTo>
                  <a:cubicBezTo>
                    <a:pt x="459054" y="402332"/>
                    <a:pt x="427421" y="433964"/>
                    <a:pt x="388401" y="433964"/>
                  </a:cubicBezTo>
                  <a:lnTo>
                    <a:pt x="70653" y="433964"/>
                  </a:lnTo>
                  <a:cubicBezTo>
                    <a:pt x="31632" y="433964"/>
                    <a:pt x="0" y="402332"/>
                    <a:pt x="0" y="363311"/>
                  </a:cubicBezTo>
                  <a:lnTo>
                    <a:pt x="0" y="70653"/>
                  </a:lnTo>
                  <a:cubicBezTo>
                    <a:pt x="0" y="31632"/>
                    <a:pt x="31632" y="0"/>
                    <a:pt x="70653" y="0"/>
                  </a:cubicBezTo>
                  <a:close/>
                </a:path>
              </a:pathLst>
            </a:custGeom>
            <a:solidFill>
              <a:srgbClr val="22211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59054" cy="472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450313" y="7555339"/>
            <a:ext cx="940961" cy="940961"/>
          </a:xfrm>
          <a:custGeom>
            <a:avLst/>
            <a:gdLst/>
            <a:ahLst/>
            <a:cxnLst/>
            <a:rect l="l" t="t" r="r" b="b"/>
            <a:pathLst>
              <a:path w="940961" h="940961">
                <a:moveTo>
                  <a:pt x="0" y="0"/>
                </a:moveTo>
                <a:lnTo>
                  <a:pt x="940961" y="0"/>
                </a:lnTo>
                <a:lnTo>
                  <a:pt x="940961" y="940961"/>
                </a:lnTo>
                <a:lnTo>
                  <a:pt x="0" y="940961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08095" y="5588373"/>
            <a:ext cx="926727" cy="926727"/>
          </a:xfrm>
          <a:custGeom>
            <a:avLst/>
            <a:gdLst/>
            <a:ahLst/>
            <a:cxnLst/>
            <a:rect l="l" t="t" r="r" b="b"/>
            <a:pathLst>
              <a:path w="926727" h="926727">
                <a:moveTo>
                  <a:pt x="0" y="0"/>
                </a:moveTo>
                <a:lnTo>
                  <a:pt x="926728" y="0"/>
                </a:lnTo>
                <a:lnTo>
                  <a:pt x="926728" y="926728"/>
                </a:lnTo>
                <a:lnTo>
                  <a:pt x="0" y="926728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2719698" y="3826653"/>
            <a:ext cx="7418551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ts val="750"/>
              </a:spcBef>
              <a:spcAft>
                <a:spcPts val="600"/>
              </a:spcAft>
            </a:pPr>
            <a:r>
              <a:rPr lang="en-US" sz="2800" spc="158" dirty="0">
                <a:solidFill>
                  <a:srgbClr val="191919"/>
                </a:solidFill>
                <a:latin typeface="Alata"/>
              </a:rPr>
              <a:t>React allows you to build reusable components that manage their own state.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19697" y="3336403"/>
            <a:ext cx="3395963" cy="414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2800" spc="158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Component-based</a:t>
            </a:r>
            <a:endParaRPr lang="en-US" sz="2436" spc="158" dirty="0">
              <a:solidFill>
                <a:srgbClr val="191919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51482" y="1282272"/>
            <a:ext cx="7799596" cy="109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Features of React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19698" y="5776252"/>
            <a:ext cx="7418551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sz="2800" spc="133" dirty="0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React makes it easy to create interactive UIs by updating and rendering only the components that need to change.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19698" y="5286001"/>
            <a:ext cx="532490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3200" spc="158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Declarative</a:t>
            </a:r>
            <a:endParaRPr lang="en-US" sz="2436" spc="158" dirty="0">
              <a:solidFill>
                <a:srgbClr val="191919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680240" y="8107442"/>
            <a:ext cx="7418551" cy="33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sz="2800" spc="133" dirty="0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React can render on the server using Node.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55659" y="7554339"/>
            <a:ext cx="603070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3200" spc="158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Server rendering</a:t>
            </a:r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A6BC7766-1F6C-A0BE-5827-3B20DD10D2E6}"/>
              </a:ext>
            </a:extLst>
          </p:cNvPr>
          <p:cNvSpPr/>
          <p:nvPr/>
        </p:nvSpPr>
        <p:spPr>
          <a:xfrm rot="17739775">
            <a:off x="5965201" y="-3121277"/>
            <a:ext cx="5813961" cy="5748554"/>
          </a:xfrm>
          <a:custGeom>
            <a:avLst/>
            <a:gdLst/>
            <a:ahLst/>
            <a:cxnLst/>
            <a:rect l="l" t="t" r="r" b="b"/>
            <a:pathLst>
              <a:path w="5813961" h="5748554">
                <a:moveTo>
                  <a:pt x="0" y="0"/>
                </a:moveTo>
                <a:lnTo>
                  <a:pt x="5813962" y="0"/>
                </a:lnTo>
                <a:lnTo>
                  <a:pt x="5813962" y="5748555"/>
                </a:lnTo>
                <a:lnTo>
                  <a:pt x="0" y="574855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876339"/>
            <a:ext cx="18288000" cy="9343505"/>
          </a:xfrm>
          <a:custGeom>
            <a:avLst/>
            <a:gdLst/>
            <a:ahLst/>
            <a:cxnLst/>
            <a:rect l="l" t="t" r="r" b="b"/>
            <a:pathLst>
              <a:path w="18288000" h="9343505">
                <a:moveTo>
                  <a:pt x="18288000" y="0"/>
                </a:moveTo>
                <a:lnTo>
                  <a:pt x="0" y="0"/>
                </a:lnTo>
                <a:lnTo>
                  <a:pt x="0" y="9343505"/>
                </a:lnTo>
                <a:lnTo>
                  <a:pt x="18288000" y="9343505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278917" y="3771900"/>
            <a:ext cx="3302333" cy="1834947"/>
            <a:chOff x="0" y="0"/>
            <a:chExt cx="4159440" cy="23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solidFill>
              <a:srgbClr val="B4B7B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8106" y="4282941"/>
            <a:ext cx="2673507" cy="2675221"/>
            <a:chOff x="0" y="0"/>
            <a:chExt cx="3367405" cy="33695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67405" cy="3369563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6106" y="4281226"/>
            <a:ext cx="2674012" cy="2672398"/>
            <a:chOff x="0" y="0"/>
            <a:chExt cx="3368040" cy="33660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68040" cy="3366008"/>
            </a:xfrm>
            <a:custGeom>
              <a:avLst/>
              <a:gdLst/>
              <a:ahLst/>
              <a:cxnLst/>
              <a:rect l="l" t="t" r="r" b="b"/>
              <a:pathLst>
                <a:path w="3368040" h="3366008">
                  <a:moveTo>
                    <a:pt x="0" y="1683004"/>
                  </a:moveTo>
                  <a:cubicBezTo>
                    <a:pt x="0" y="753491"/>
                    <a:pt x="753999" y="0"/>
                    <a:pt x="1684020" y="0"/>
                  </a:cubicBezTo>
                  <a:cubicBezTo>
                    <a:pt x="2614041" y="0"/>
                    <a:pt x="3368040" y="753491"/>
                    <a:pt x="3368040" y="1683004"/>
                  </a:cubicBezTo>
                  <a:cubicBezTo>
                    <a:pt x="3368040" y="2612517"/>
                    <a:pt x="2614041" y="3366008"/>
                    <a:pt x="1684020" y="3366008"/>
                  </a:cubicBezTo>
                  <a:cubicBezTo>
                    <a:pt x="753999" y="3366008"/>
                    <a:pt x="0" y="2612517"/>
                    <a:pt x="0" y="1683004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29767" y="5569119"/>
            <a:ext cx="3307478" cy="1832661"/>
            <a:chOff x="0" y="0"/>
            <a:chExt cx="4165920" cy="23083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65981" cy="2308352"/>
            </a:xfrm>
            <a:custGeom>
              <a:avLst/>
              <a:gdLst/>
              <a:ahLst/>
              <a:cxnLst/>
              <a:rect l="l" t="t" r="r" b="b"/>
              <a:pathLst>
                <a:path w="4165981" h="2308352">
                  <a:moveTo>
                    <a:pt x="4165981" y="1066800"/>
                  </a:moveTo>
                  <a:cubicBezTo>
                    <a:pt x="3189351" y="1271778"/>
                    <a:pt x="3189351" y="1271778"/>
                    <a:pt x="3189351" y="1271778"/>
                  </a:cubicBezTo>
                  <a:cubicBezTo>
                    <a:pt x="3315970" y="1404366"/>
                    <a:pt x="3315970" y="1404366"/>
                    <a:pt x="3315970" y="1404366"/>
                  </a:cubicBezTo>
                  <a:cubicBezTo>
                    <a:pt x="2966339" y="1735836"/>
                    <a:pt x="2489962" y="1934718"/>
                    <a:pt x="1971548" y="1934718"/>
                  </a:cubicBezTo>
                  <a:cubicBezTo>
                    <a:pt x="892302" y="1934591"/>
                    <a:pt x="18034" y="1072769"/>
                    <a:pt x="0" y="0"/>
                  </a:cubicBezTo>
                  <a:cubicBezTo>
                    <a:pt x="18034" y="1277747"/>
                    <a:pt x="1061085" y="2308352"/>
                    <a:pt x="2339213" y="2308352"/>
                  </a:cubicBezTo>
                  <a:cubicBezTo>
                    <a:pt x="2869692" y="2308352"/>
                    <a:pt x="3358134" y="2133600"/>
                    <a:pt x="3749929" y="1832229"/>
                  </a:cubicBezTo>
                  <a:cubicBezTo>
                    <a:pt x="3852418" y="1934718"/>
                    <a:pt x="3852418" y="1934718"/>
                    <a:pt x="3852418" y="1934718"/>
                  </a:cubicBezTo>
                  <a:lnTo>
                    <a:pt x="4165981" y="1066800"/>
                  </a:lnTo>
                  <a:close/>
                </a:path>
              </a:pathLst>
            </a:custGeom>
            <a:solidFill>
              <a:srgbClr val="B4B7B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67249" y="3771900"/>
            <a:ext cx="3302333" cy="1834947"/>
            <a:chOff x="0" y="0"/>
            <a:chExt cx="4159440" cy="23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solidFill>
              <a:srgbClr val="B4B7B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996439" y="4282941"/>
            <a:ext cx="2673535" cy="2675250"/>
            <a:chOff x="0" y="0"/>
            <a:chExt cx="3367440" cy="336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64438" y="4281226"/>
            <a:ext cx="2674107" cy="2672392"/>
            <a:chOff x="0" y="0"/>
            <a:chExt cx="3368160" cy="336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68040" cy="3366008"/>
            </a:xfrm>
            <a:custGeom>
              <a:avLst/>
              <a:gdLst/>
              <a:ahLst/>
              <a:cxnLst/>
              <a:rect l="l" t="t" r="r" b="b"/>
              <a:pathLst>
                <a:path w="3368040" h="3366008">
                  <a:moveTo>
                    <a:pt x="0" y="1683004"/>
                  </a:moveTo>
                  <a:cubicBezTo>
                    <a:pt x="0" y="753491"/>
                    <a:pt x="753999" y="0"/>
                    <a:pt x="1684020" y="0"/>
                  </a:cubicBezTo>
                  <a:cubicBezTo>
                    <a:pt x="2614041" y="0"/>
                    <a:pt x="3368040" y="753491"/>
                    <a:pt x="3368040" y="1683004"/>
                  </a:cubicBezTo>
                  <a:cubicBezTo>
                    <a:pt x="3368040" y="2612517"/>
                    <a:pt x="2614041" y="3366008"/>
                    <a:pt x="1684020" y="3366008"/>
                  </a:cubicBezTo>
                  <a:cubicBezTo>
                    <a:pt x="753999" y="3366008"/>
                    <a:pt x="0" y="2612517"/>
                    <a:pt x="0" y="1683004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018099" y="5569119"/>
            <a:ext cx="3307478" cy="1832661"/>
            <a:chOff x="0" y="0"/>
            <a:chExt cx="4165920" cy="23083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65981" cy="2308352"/>
            </a:xfrm>
            <a:custGeom>
              <a:avLst/>
              <a:gdLst/>
              <a:ahLst/>
              <a:cxnLst/>
              <a:rect l="l" t="t" r="r" b="b"/>
              <a:pathLst>
                <a:path w="4165981" h="2308352">
                  <a:moveTo>
                    <a:pt x="4165981" y="1066800"/>
                  </a:moveTo>
                  <a:cubicBezTo>
                    <a:pt x="3189351" y="1271778"/>
                    <a:pt x="3189351" y="1271778"/>
                    <a:pt x="3189351" y="1271778"/>
                  </a:cubicBezTo>
                  <a:cubicBezTo>
                    <a:pt x="3315970" y="1404366"/>
                    <a:pt x="3315970" y="1404366"/>
                    <a:pt x="3315970" y="1404366"/>
                  </a:cubicBezTo>
                  <a:cubicBezTo>
                    <a:pt x="2966339" y="1735836"/>
                    <a:pt x="2489962" y="1934718"/>
                    <a:pt x="1971548" y="1934718"/>
                  </a:cubicBezTo>
                  <a:cubicBezTo>
                    <a:pt x="892302" y="1934591"/>
                    <a:pt x="18034" y="1072769"/>
                    <a:pt x="0" y="0"/>
                  </a:cubicBezTo>
                  <a:cubicBezTo>
                    <a:pt x="18034" y="1277747"/>
                    <a:pt x="1061085" y="2308352"/>
                    <a:pt x="2339213" y="2308352"/>
                  </a:cubicBezTo>
                  <a:cubicBezTo>
                    <a:pt x="2869692" y="2308352"/>
                    <a:pt x="3358134" y="2133600"/>
                    <a:pt x="3749929" y="1832229"/>
                  </a:cubicBezTo>
                  <a:cubicBezTo>
                    <a:pt x="3852418" y="1934718"/>
                    <a:pt x="3852418" y="1934718"/>
                    <a:pt x="3852418" y="1934718"/>
                  </a:cubicBezTo>
                  <a:lnTo>
                    <a:pt x="4165981" y="1066800"/>
                  </a:lnTo>
                  <a:close/>
                </a:path>
              </a:pathLst>
            </a:custGeom>
            <a:solidFill>
              <a:srgbClr val="B4B7B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207184" y="3754179"/>
            <a:ext cx="3302333" cy="1834947"/>
            <a:chOff x="0" y="0"/>
            <a:chExt cx="4159440" cy="23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solidFill>
              <a:srgbClr val="B4B7B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336373" y="4265220"/>
            <a:ext cx="2673535" cy="2675250"/>
            <a:chOff x="0" y="0"/>
            <a:chExt cx="3367440" cy="3369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79802" y="5932545"/>
            <a:ext cx="2130144" cy="40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3"/>
              </a:lnSpc>
            </a:pPr>
            <a:r>
              <a:rPr lang="en-US" sz="2285" spc="29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Virtual DOM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6627" y="1231305"/>
            <a:ext cx="8919205" cy="106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WHY REACT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95331" y="5697450"/>
            <a:ext cx="1935716" cy="834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3"/>
              </a:lnSpc>
            </a:pPr>
            <a:r>
              <a:rPr lang="en-US" sz="2285" spc="29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Reusable Components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78658" y="5932545"/>
            <a:ext cx="2157392" cy="40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3"/>
              </a:lnSpc>
            </a:pPr>
            <a:r>
              <a:rPr lang="en-US" sz="2285" spc="29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Open Source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73301" y="5791635"/>
            <a:ext cx="1935716" cy="834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3"/>
              </a:lnSpc>
            </a:pPr>
            <a:r>
              <a:rPr lang="en-US" sz="2285" spc="29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Efficient Debugging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684964" y="5932545"/>
            <a:ext cx="1935716" cy="40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3"/>
              </a:lnSpc>
            </a:pPr>
            <a:r>
              <a:rPr lang="en-US" sz="2285" spc="29" dirty="0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Ease of Use</a:t>
            </a: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9402BAFA-B0DD-C6E2-ADA7-6CC502D8F547}"/>
              </a:ext>
            </a:extLst>
          </p:cNvPr>
          <p:cNvSpPr/>
          <p:nvPr/>
        </p:nvSpPr>
        <p:spPr>
          <a:xfrm>
            <a:off x="2466257" y="4848122"/>
            <a:ext cx="646214" cy="769303"/>
          </a:xfrm>
          <a:custGeom>
            <a:avLst/>
            <a:gdLst/>
            <a:ahLst/>
            <a:cxnLst/>
            <a:rect l="l" t="t" r="r" b="b"/>
            <a:pathLst>
              <a:path w="646214" h="769303">
                <a:moveTo>
                  <a:pt x="0" y="0"/>
                </a:moveTo>
                <a:lnTo>
                  <a:pt x="646214" y="0"/>
                </a:lnTo>
                <a:lnTo>
                  <a:pt x="646214" y="769303"/>
                </a:lnTo>
                <a:lnTo>
                  <a:pt x="0" y="769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5370426" y="4807235"/>
            <a:ext cx="997175" cy="962727"/>
          </a:xfrm>
          <a:custGeom>
            <a:avLst/>
            <a:gdLst/>
            <a:ahLst/>
            <a:cxnLst/>
            <a:rect l="l" t="t" r="r" b="b"/>
            <a:pathLst>
              <a:path w="997175" h="962727">
                <a:moveTo>
                  <a:pt x="0" y="0"/>
                </a:moveTo>
                <a:lnTo>
                  <a:pt x="997175" y="0"/>
                </a:lnTo>
                <a:lnTo>
                  <a:pt x="997175" y="962728"/>
                </a:lnTo>
                <a:lnTo>
                  <a:pt x="0" y="962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0" name="Freeform 40"/>
          <p:cNvSpPr/>
          <p:nvPr/>
        </p:nvSpPr>
        <p:spPr>
          <a:xfrm>
            <a:off x="8784617" y="4770555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787414" h="787414">
                <a:moveTo>
                  <a:pt x="0" y="0"/>
                </a:moveTo>
                <a:lnTo>
                  <a:pt x="787413" y="0"/>
                </a:lnTo>
                <a:lnTo>
                  <a:pt x="787413" y="787414"/>
                </a:lnTo>
                <a:lnTo>
                  <a:pt x="0" y="78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2">
            <a:extLst>
              <a:ext uri="{FF2B5EF4-FFF2-40B4-BE49-F238E27FC236}">
                <a16:creationId xmlns:a16="http://schemas.microsoft.com/office/drawing/2014/main" id="{88F74509-9C06-4784-DC54-077658644000}"/>
              </a:ext>
            </a:extLst>
          </p:cNvPr>
          <p:cNvSpPr/>
          <p:nvPr/>
        </p:nvSpPr>
        <p:spPr>
          <a:xfrm>
            <a:off x="11973450" y="4801035"/>
            <a:ext cx="925967" cy="937904"/>
          </a:xfrm>
          <a:custGeom>
            <a:avLst/>
            <a:gdLst/>
            <a:ahLst/>
            <a:cxnLst/>
            <a:rect l="l" t="t" r="r" b="b"/>
            <a:pathLst>
              <a:path w="925967" h="937904">
                <a:moveTo>
                  <a:pt x="0" y="0"/>
                </a:moveTo>
                <a:lnTo>
                  <a:pt x="925967" y="0"/>
                </a:lnTo>
                <a:lnTo>
                  <a:pt x="925967" y="937903"/>
                </a:lnTo>
                <a:lnTo>
                  <a:pt x="0" y="9379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4"/>
          <p:cNvSpPr/>
          <p:nvPr/>
        </p:nvSpPr>
        <p:spPr>
          <a:xfrm>
            <a:off x="15261617" y="4690348"/>
            <a:ext cx="745751" cy="872687"/>
          </a:xfrm>
          <a:custGeom>
            <a:avLst/>
            <a:gdLst/>
            <a:ahLst/>
            <a:cxnLst/>
            <a:rect l="l" t="t" r="r" b="b"/>
            <a:pathLst>
              <a:path w="745751" h="872687">
                <a:moveTo>
                  <a:pt x="0" y="0"/>
                </a:moveTo>
                <a:lnTo>
                  <a:pt x="745751" y="0"/>
                </a:lnTo>
                <a:lnTo>
                  <a:pt x="745751" y="872687"/>
                </a:lnTo>
                <a:lnTo>
                  <a:pt x="0" y="8726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EB88C-BD4A-B26C-52BD-6EA31391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FE042C1-4E09-266D-91CA-934DE9C08462}"/>
              </a:ext>
            </a:extLst>
          </p:cNvPr>
          <p:cNvSpPr/>
          <p:nvPr/>
        </p:nvSpPr>
        <p:spPr>
          <a:xfrm>
            <a:off x="-4126608" y="4703644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B88245B-1573-0B42-B8C2-35476926A4A4}"/>
              </a:ext>
            </a:extLst>
          </p:cNvPr>
          <p:cNvSpPr/>
          <p:nvPr/>
        </p:nvSpPr>
        <p:spPr>
          <a:xfrm>
            <a:off x="13681521" y="-2308503"/>
            <a:ext cx="9212958" cy="9109312"/>
          </a:xfrm>
          <a:custGeom>
            <a:avLst/>
            <a:gdLst/>
            <a:ahLst/>
            <a:cxnLst/>
            <a:rect l="l" t="t" r="r" b="b"/>
            <a:pathLst>
              <a:path w="9212958" h="9109312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2946704E-35C2-696E-B340-14A6662E1130}"/>
              </a:ext>
            </a:extLst>
          </p:cNvPr>
          <p:cNvSpPr/>
          <p:nvPr/>
        </p:nvSpPr>
        <p:spPr>
          <a:xfrm>
            <a:off x="1" y="0"/>
            <a:ext cx="5086350" cy="10287000"/>
          </a:xfrm>
          <a:custGeom>
            <a:avLst/>
            <a:gdLst/>
            <a:ahLst/>
            <a:cxnLst/>
            <a:rect l="l" t="t" r="r" b="b"/>
            <a:pathLst>
              <a:path w="11821423" h="6646089">
                <a:moveTo>
                  <a:pt x="0" y="0"/>
                </a:moveTo>
                <a:lnTo>
                  <a:pt x="11821423" y="0"/>
                </a:lnTo>
                <a:lnTo>
                  <a:pt x="11821423" y="6646089"/>
                </a:lnTo>
                <a:lnTo>
                  <a:pt x="0" y="6646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CF43F39-7E7E-62DF-F822-00DED6B63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59" y="2628900"/>
            <a:ext cx="4955991" cy="4955991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4A8B33C2-D0B9-C6D1-8CDD-1F6E1DB1FCFD}"/>
              </a:ext>
            </a:extLst>
          </p:cNvPr>
          <p:cNvSpPr txBox="1"/>
          <p:nvPr/>
        </p:nvSpPr>
        <p:spPr>
          <a:xfrm>
            <a:off x="5791200" y="1528472"/>
            <a:ext cx="6136317" cy="1094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985"/>
              </a:lnSpc>
              <a:spcBef>
                <a:spcPct val="0"/>
              </a:spcBef>
            </a:pPr>
            <a:r>
              <a:rPr lang="en-US" sz="6417" spc="417" dirty="0">
                <a:solidFill>
                  <a:srgbClr val="1A1A1A"/>
                </a:solidFill>
                <a:latin typeface="Alata"/>
                <a:ea typeface="Alata"/>
                <a:cs typeface="Alata"/>
                <a:sym typeface="Alata"/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67BF3D-2352-914F-396B-71E89C4DDB17}"/>
              </a:ext>
            </a:extLst>
          </p:cNvPr>
          <p:cNvSpPr txBox="1"/>
          <p:nvPr/>
        </p:nvSpPr>
        <p:spPr>
          <a:xfrm>
            <a:off x="5791200" y="3252126"/>
            <a:ext cx="113955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spc="417" dirty="0">
                <a:solidFill>
                  <a:srgbClr val="1A1A1A"/>
                </a:solidFill>
                <a:latin typeface="Alata"/>
              </a:rPr>
              <a:t>React is a powerful JavaScript library designed to build dynamic and interactive user interfaces efficiently. </a:t>
            </a:r>
            <a:r>
              <a:rPr lang="en-US" sz="3000" spc="417" dirty="0" err="1">
                <a:solidFill>
                  <a:srgbClr val="1A1A1A"/>
                </a:solidFill>
                <a:latin typeface="Alata"/>
              </a:rPr>
              <a:t>React's</a:t>
            </a:r>
            <a:r>
              <a:rPr lang="en-US" sz="3000" spc="417" dirty="0">
                <a:solidFill>
                  <a:srgbClr val="1A1A1A"/>
                </a:solidFill>
                <a:latin typeface="Alata"/>
              </a:rPr>
              <a:t> approach not only streamlines development but also ensures scalability and maintainability, making it a go-to choice for modern web applications.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A2F2F5-5CBF-DF6A-41F3-4E549FDC982F}"/>
              </a:ext>
            </a:extLst>
          </p:cNvPr>
          <p:cNvGrpSpPr/>
          <p:nvPr/>
        </p:nvGrpSpPr>
        <p:grpSpPr>
          <a:xfrm>
            <a:off x="5365364" y="1601687"/>
            <a:ext cx="11821423" cy="7656613"/>
            <a:chOff x="4618770" y="1820455"/>
            <a:chExt cx="11821423" cy="7656613"/>
          </a:xfrm>
        </p:grpSpPr>
        <p:sp>
          <p:nvSpPr>
            <p:cNvPr id="12" name="Freeform 2"/>
            <p:cNvSpPr/>
            <p:nvPr/>
          </p:nvSpPr>
          <p:spPr>
            <a:xfrm>
              <a:off x="4618770" y="8166464"/>
              <a:ext cx="11699325" cy="1310604"/>
            </a:xfrm>
            <a:custGeom>
              <a:avLst/>
              <a:gdLst/>
              <a:ahLst/>
              <a:cxnLst/>
              <a:rect l="l" t="t" r="r" b="b"/>
              <a:pathLst>
                <a:path w="11699325" h="1310604">
                  <a:moveTo>
                    <a:pt x="0" y="0"/>
                  </a:moveTo>
                  <a:lnTo>
                    <a:pt x="11699325" y="0"/>
                  </a:lnTo>
                  <a:lnTo>
                    <a:pt x="11699325" y="1310604"/>
                  </a:lnTo>
                  <a:lnTo>
                    <a:pt x="0" y="1310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63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/>
            <p:nvPr/>
          </p:nvSpPr>
          <p:spPr>
            <a:xfrm>
              <a:off x="4618770" y="1820455"/>
              <a:ext cx="11821423" cy="6646089"/>
            </a:xfrm>
            <a:custGeom>
              <a:avLst/>
              <a:gdLst/>
              <a:ahLst/>
              <a:cxnLst/>
              <a:rect l="l" t="t" r="r" b="b"/>
              <a:pathLst>
                <a:path w="11821423" h="6646089">
                  <a:moveTo>
                    <a:pt x="0" y="0"/>
                  </a:moveTo>
                  <a:lnTo>
                    <a:pt x="11821424" y="0"/>
                  </a:lnTo>
                  <a:lnTo>
                    <a:pt x="11821424" y="6646089"/>
                  </a:lnTo>
                  <a:lnTo>
                    <a:pt x="0" y="6646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7"/>
            <p:cNvSpPr txBox="1"/>
            <p:nvPr/>
          </p:nvSpPr>
          <p:spPr>
            <a:xfrm>
              <a:off x="5108197" y="4413256"/>
              <a:ext cx="10411038" cy="1194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764"/>
                </a:lnSpc>
                <a:spcBef>
                  <a:spcPct val="0"/>
                </a:spcBef>
              </a:pPr>
              <a:r>
                <a:rPr lang="en-US" sz="6974" dirty="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Thank you</a:t>
              </a:r>
            </a:p>
          </p:txBody>
        </p:sp>
        <p:sp>
          <p:nvSpPr>
            <p:cNvPr id="15" name="Freeform 8"/>
            <p:cNvSpPr/>
            <p:nvPr/>
          </p:nvSpPr>
          <p:spPr>
            <a:xfrm>
              <a:off x="11075688" y="2748841"/>
              <a:ext cx="5364505" cy="5717703"/>
            </a:xfrm>
            <a:custGeom>
              <a:avLst/>
              <a:gdLst/>
              <a:ahLst/>
              <a:cxnLst/>
              <a:rect l="l" t="t" r="r" b="b"/>
              <a:pathLst>
                <a:path w="5364505" h="5717703">
                  <a:moveTo>
                    <a:pt x="0" y="0"/>
                  </a:moveTo>
                  <a:lnTo>
                    <a:pt x="5364506" y="0"/>
                  </a:lnTo>
                  <a:lnTo>
                    <a:pt x="5364506" y="5717703"/>
                  </a:lnTo>
                  <a:lnTo>
                    <a:pt x="0" y="5717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1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r="-61565" b="-4987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902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209</Words>
  <Application>Microsoft Office PowerPoint</Application>
  <PresentationFormat>Custom</PresentationFormat>
  <Paragraphs>44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Glacial Indifference</vt:lpstr>
      <vt:lpstr>Arial Black</vt:lpstr>
      <vt:lpstr>Arial</vt:lpstr>
      <vt:lpstr>Consolas</vt:lpstr>
      <vt:lpstr>Calibri</vt:lpstr>
      <vt:lpstr>Alata</vt:lpstr>
      <vt:lpstr>Aptos</vt:lpstr>
      <vt:lpstr>Comic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Modern Professional Business Project Presentation</dc:title>
  <cp:lastModifiedBy>Rifa Azad</cp:lastModifiedBy>
  <cp:revision>6</cp:revision>
  <dcterms:created xsi:type="dcterms:W3CDTF">2006-08-16T00:00:00Z</dcterms:created>
  <dcterms:modified xsi:type="dcterms:W3CDTF">2025-01-16T01:29:55Z</dcterms:modified>
  <dc:identifier>DAGcPtd3W7g</dc:identifier>
</cp:coreProperties>
</file>