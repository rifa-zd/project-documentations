
<file path=[Content_Types].xml><?xml version="1.0" encoding="utf-8"?>
<Types xmlns="http://schemas.openxmlformats.org/package/2006/content-types"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bin" ContentType="application/vnd.openxmlformats-officedocument.oleObject"/>
  <Override PartName="/docMetadata/LabelInfo.xml" ContentType="application/vnd.ms-office.classificationlabels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Override PartName="/ppt/tags/tag2.xml" ContentType="application/vnd.openxmlformats-officedocument.presentationml.tags+xml"/>
  <Override PartName="/ppt/tags/tag3.xml" ContentType="application/vnd.openxmlformats-officedocument.presentationml.tags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docProps/app.xml" ContentType="application/vnd.openxmlformats-officedocument.extended-properties+xml"/>
  <Override PartName="/ppt/authors.xml" ContentType="application/vnd.ms-powerpoint.author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sldIdLst>
    <p:sldId id="256" r:id="rId5"/>
    <p:sldId id="257" r:id="rId6"/>
    <p:sldId id="273" r:id="rId7"/>
    <p:sldId id="259" r:id="rId8"/>
    <p:sldId id="258" r:id="rId9"/>
    <p:sldId id="27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B2CF85-DE70-4B69-A7D3-69B3DE08FE9F}" v="531" dt="2022-12-21T15:21:40.7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8509" autoAdjust="0"/>
    <p:restoredTop sz="94727" autoAdjust="0"/>
  </p:normalViewPr>
  <p:slideViewPr>
    <p:cSldViewPr snapToGrid="0">
      <p:cViewPr>
        <p:scale>
          <a:sx n="60" d="100"/>
          <a:sy n="60" d="100"/>
        </p:scale>
        <p:origin x="-1368" y="-2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26" d="100"/>
        <a:sy n="12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6" Type="http://schemas.openxmlformats.org/officeDocument/2006/relationships/image" Target="../media/image16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5.wmf"/><Relationship Id="rId1" Type="http://schemas.openxmlformats.org/officeDocument/2006/relationships/image" Target="../media/image17.wmf"/><Relationship Id="rId4" Type="http://schemas.openxmlformats.org/officeDocument/2006/relationships/image" Target="../media/image1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pPr/>
              <a:t>12/28/2022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1122363"/>
            <a:ext cx="7096933" cy="238760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02038"/>
            <a:ext cx="9500507" cy="806675"/>
          </a:xfrm>
        </p:spPr>
        <p:txBody>
          <a:bodyPr>
            <a:noAutofit/>
          </a:bodyPr>
          <a:lstStyle>
            <a:lvl1pPr marL="0" indent="0" algn="l">
              <a:buNone/>
              <a:defRPr sz="32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9AC79249-FDC0-364D-A734-AE1DE1605D28}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902465C8-266D-104C-9C49-323DF4A8277E}"/>
              </a:ext>
            </a:extLst>
          </p:cNvPr>
          <p:cNvSpPr/>
          <p:nvPr userDrawn="1"/>
        </p:nvSpPr>
        <p:spPr>
          <a:xfrm>
            <a:off x="583746" y="4960030"/>
            <a:ext cx="1551214" cy="1551214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xmlns="" id="{37979A1C-BF60-B345-A664-2E4F7A3461EB}"/>
              </a:ext>
            </a:extLst>
          </p:cNvPr>
          <p:cNvSpPr/>
          <p:nvPr userDrawn="1"/>
        </p:nvSpPr>
        <p:spPr>
          <a:xfrm>
            <a:off x="1" y="4571999"/>
            <a:ext cx="1118508" cy="1118508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xmlns="" id="{58080B3E-915C-2D4C-8608-596E1BFD6387}"/>
              </a:ext>
            </a:extLst>
          </p:cNvPr>
          <p:cNvSpPr/>
          <p:nvPr userDrawn="1"/>
        </p:nvSpPr>
        <p:spPr>
          <a:xfrm>
            <a:off x="1" y="5739492"/>
            <a:ext cx="1118508" cy="1118508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F15FBB50-09C8-B64E-AE57-67C5E70810CB}"/>
              </a:ext>
            </a:extLst>
          </p:cNvPr>
          <p:cNvGrpSpPr/>
          <p:nvPr userDrawn="1"/>
        </p:nvGrpSpPr>
        <p:grpSpPr>
          <a:xfrm>
            <a:off x="8264427" y="-3419"/>
            <a:ext cx="3927573" cy="3165022"/>
            <a:chOff x="9857014" y="13834"/>
            <a:chExt cx="2334986" cy="188164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xmlns="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xmlns="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2" name="Freeform 21">
            <a:extLst>
              <a:ext uri="{FF2B5EF4-FFF2-40B4-BE49-F238E27FC236}">
                <a16:creationId xmlns:a16="http://schemas.microsoft.com/office/drawing/2014/main" xmlns="" id="{BC68F289-2744-2F48-893A-3F17911625C8}"/>
              </a:ext>
            </a:extLst>
          </p:cNvPr>
          <p:cNvSpPr/>
          <p:nvPr userDrawn="1"/>
        </p:nvSpPr>
        <p:spPr>
          <a:xfrm>
            <a:off x="0" y="-1"/>
            <a:ext cx="1167493" cy="1167493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xmlns="" id="{9E240E8A-950E-7946-826C-415CB5DACA43}"/>
              </a:ext>
            </a:extLst>
          </p:cNvPr>
          <p:cNvSpPr/>
          <p:nvPr userDrawn="1"/>
        </p:nvSpPr>
        <p:spPr>
          <a:xfrm>
            <a:off x="11024507" y="4580708"/>
            <a:ext cx="1167493" cy="2277292"/>
          </a:xfrm>
          <a:custGeom>
            <a:avLst/>
            <a:gdLst>
              <a:gd name="connsiteX0" fmla="*/ 1167473 w 1167493"/>
              <a:gd name="connsiteY0" fmla="*/ 0 h 2272167"/>
              <a:gd name="connsiteX1" fmla="*/ 1167493 w 1167493"/>
              <a:gd name="connsiteY1" fmla="*/ 0 h 2272167"/>
              <a:gd name="connsiteX2" fmla="*/ 1167493 w 1167493"/>
              <a:gd name="connsiteY2" fmla="*/ 492960 h 2272167"/>
              <a:gd name="connsiteX3" fmla="*/ 1167493 w 1167493"/>
              <a:gd name="connsiteY3" fmla="*/ 720385 h 2272167"/>
              <a:gd name="connsiteX4" fmla="*/ 1167493 w 1167493"/>
              <a:gd name="connsiteY4" fmla="*/ 2272167 h 2272167"/>
              <a:gd name="connsiteX5" fmla="*/ 0 w 1167493"/>
              <a:gd name="connsiteY5" fmla="*/ 2272167 h 2272167"/>
              <a:gd name="connsiteX6" fmla="*/ 0 w 1167493"/>
              <a:gd name="connsiteY6" fmla="*/ 1898074 h 2272167"/>
              <a:gd name="connsiteX7" fmla="*/ 0 w 1167493"/>
              <a:gd name="connsiteY7" fmla="*/ 1271597 h 2272167"/>
              <a:gd name="connsiteX8" fmla="*/ 0 w 1167493"/>
              <a:gd name="connsiteY8" fmla="*/ 1177688 h 2272167"/>
              <a:gd name="connsiteX9" fmla="*/ 1048124 w 1167493"/>
              <a:gd name="connsiteY9" fmla="*/ 6080 h 2272167"/>
              <a:gd name="connsiteX10" fmla="*/ 1167473 w 1167493"/>
              <a:gd name="connsiteY10" fmla="*/ 0 h 2272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67493" h="2272167">
                <a:moveTo>
                  <a:pt x="1167473" y="0"/>
                </a:moveTo>
                <a:lnTo>
                  <a:pt x="1167493" y="0"/>
                </a:lnTo>
                <a:lnTo>
                  <a:pt x="1167493" y="492960"/>
                </a:lnTo>
                <a:lnTo>
                  <a:pt x="1167493" y="720385"/>
                </a:lnTo>
                <a:lnTo>
                  <a:pt x="1167493" y="2272167"/>
                </a:lnTo>
                <a:lnTo>
                  <a:pt x="0" y="2272167"/>
                </a:lnTo>
                <a:lnTo>
                  <a:pt x="0" y="1898074"/>
                </a:lnTo>
                <a:lnTo>
                  <a:pt x="0" y="1271597"/>
                </a:lnTo>
                <a:lnTo>
                  <a:pt x="0" y="1177688"/>
                </a:lnTo>
                <a:cubicBezTo>
                  <a:pt x="0" y="567919"/>
                  <a:pt x="459408" y="66389"/>
                  <a:pt x="1048124" y="6080"/>
                </a:cubicBezTo>
                <a:lnTo>
                  <a:pt x="1167473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16498579"/>
      </p:ext>
    </p:extLst>
  </p:cSld>
  <p:clrMapOvr>
    <a:masterClrMapping/>
  </p:clrMapOvr>
  <p:transition advTm="32609">
    <p:split orient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xmlns="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xmlns="" id="{055FD0FC-C8FF-6741-A364-A29CDC6F9495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xmlns="" id="{D11C9832-A021-954E-A34F-2988D1189AE9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9861BC34-DFBF-2D4F-B463-FCFBC08391FF}"/>
              </a:ext>
            </a:extLst>
          </p:cNvPr>
          <p:cNvGrpSpPr/>
          <p:nvPr userDrawn="1"/>
        </p:nvGrpSpPr>
        <p:grpSpPr>
          <a:xfrm>
            <a:off x="8082092" y="5590903"/>
            <a:ext cx="1572380" cy="1267097"/>
            <a:chOff x="7413403" y="4976359"/>
            <a:chExt cx="2334986" cy="1881641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xmlns="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xmlns="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</p:grpSp>
      <p:sp>
        <p:nvSpPr>
          <p:cNvPr id="10" name="Date Placeholder 3">
            <a:extLst>
              <a:ext uri="{FF2B5EF4-FFF2-40B4-BE49-F238E27FC236}">
                <a16:creationId xmlns:a16="http://schemas.microsoft.com/office/drawing/2014/main" xmlns="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45B08281-154C-4FEF-A6DF-18BA3AC0F374}" type="datetime1">
              <a:rPr lang="en-US" smtClean="0"/>
              <a:pPr/>
              <a:t>12/28/2022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xmlns="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xmlns="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782271272"/>
      </p:ext>
    </p:extLst>
  </p:cSld>
  <p:clrMapOvr>
    <a:masterClrMapping/>
  </p:clrMapOvr>
  <p:transition advTm="32609">
    <p:split orient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2A62587F-7496-384A-AF40-18FC8CF0709D}"/>
              </a:ext>
            </a:extLst>
          </p:cNvPr>
          <p:cNvSpPr/>
          <p:nvPr userDrawn="1"/>
        </p:nvSpPr>
        <p:spPr>
          <a:xfrm>
            <a:off x="0" y="2286002"/>
            <a:ext cx="1220882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xmlns="" id="{84DB028B-A475-224B-B675-A15A56CAD0BF}"/>
              </a:ext>
            </a:extLst>
          </p:cNvPr>
          <p:cNvSpPr/>
          <p:nvPr userDrawn="1"/>
        </p:nvSpPr>
        <p:spPr>
          <a:xfrm flipH="1">
            <a:off x="8597718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xmlns="" id="{61C34955-105B-4D4D-B51D-754C5D38A85D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xmlns="" id="{2734DEB1-EC02-2E42-9292-4ADD115060A5}"/>
              </a:ext>
            </a:extLst>
          </p:cNvPr>
          <p:cNvSpPr/>
          <p:nvPr userDrawn="1"/>
        </p:nvSpPr>
        <p:spPr>
          <a:xfrm rot="5400000" flipH="1" flipV="1">
            <a:off x="10344100" y="438098"/>
            <a:ext cx="2285999" cy="1409801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xmlns="" id="{5E932F0D-7FC3-634B-932C-3625C16C8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67492" y="2653167"/>
            <a:ext cx="9779183" cy="3436483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sz="2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fld id="{04D857D4-BD7E-4A06-844B-AAD504F1114F}" type="datetime1">
              <a:rPr lang="en-US" smtClean="0"/>
              <a:pPr/>
              <a:t>12/28/2022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02635032"/>
      </p:ext>
    </p:extLst>
  </p:cSld>
  <p:clrMapOvr>
    <a:masterClrMapping/>
  </p:clrMapOvr>
  <p:transition advTm="32609">
    <p:split orient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22">
            <a:extLst>
              <a:ext uri="{FF2B5EF4-FFF2-40B4-BE49-F238E27FC236}">
                <a16:creationId xmlns:a16="http://schemas.microsoft.com/office/drawing/2014/main" xmlns="" id="{067EACEC-C2DD-EA42-8504-176673AD1F20}"/>
              </a:ext>
            </a:extLst>
          </p:cNvPr>
          <p:cNvSpPr/>
          <p:nvPr userDrawn="1"/>
        </p:nvSpPr>
        <p:spPr>
          <a:xfrm>
            <a:off x="0" y="0"/>
            <a:ext cx="8025490" cy="6858000"/>
          </a:xfrm>
          <a:custGeom>
            <a:avLst/>
            <a:gdLst>
              <a:gd name="connsiteX0" fmla="*/ 0 w 8025490"/>
              <a:gd name="connsiteY0" fmla="*/ 0 h 6858000"/>
              <a:gd name="connsiteX1" fmla="*/ 4596490 w 8025490"/>
              <a:gd name="connsiteY1" fmla="*/ 0 h 6858000"/>
              <a:gd name="connsiteX2" fmla="*/ 8025490 w 8025490"/>
              <a:gd name="connsiteY2" fmla="*/ 3429000 h 6858000"/>
              <a:gd name="connsiteX3" fmla="*/ 4596490 w 8025490"/>
              <a:gd name="connsiteY3" fmla="*/ 6858000 h 6858000"/>
              <a:gd name="connsiteX4" fmla="*/ 0 w 802549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25490" h="6858000">
                <a:moveTo>
                  <a:pt x="0" y="0"/>
                </a:moveTo>
                <a:lnTo>
                  <a:pt x="4596490" y="0"/>
                </a:lnTo>
                <a:cubicBezTo>
                  <a:pt x="6490274" y="0"/>
                  <a:pt x="8025490" y="1535216"/>
                  <a:pt x="8025490" y="3429000"/>
                </a:cubicBezTo>
                <a:cubicBezTo>
                  <a:pt x="8025490" y="5322784"/>
                  <a:pt x="6490274" y="6858000"/>
                  <a:pt x="4596490" y="6858000"/>
                </a:cubicBez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059400"/>
            <a:ext cx="6245912" cy="2387600"/>
          </a:xfrm>
        </p:spPr>
        <p:txBody>
          <a:bodyPr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4" y="3539075"/>
            <a:ext cx="6245912" cy="1406101"/>
          </a:xfrm>
        </p:spPr>
        <p:txBody>
          <a:bodyPr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89843C7E-5704-7A46-8974-F3BFA42E7310}"/>
              </a:ext>
            </a:extLst>
          </p:cNvPr>
          <p:cNvGrpSpPr/>
          <p:nvPr userDrawn="1"/>
        </p:nvGrpSpPr>
        <p:grpSpPr>
          <a:xfrm rot="16200000">
            <a:off x="8286528" y="2207195"/>
            <a:ext cx="3032351" cy="2443610"/>
            <a:chOff x="9857014" y="13834"/>
            <a:chExt cx="2334986" cy="188164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xmlns="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xmlns="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7" name="Freeform 16">
            <a:extLst>
              <a:ext uri="{FF2B5EF4-FFF2-40B4-BE49-F238E27FC236}">
                <a16:creationId xmlns:a16="http://schemas.microsoft.com/office/drawing/2014/main" xmlns="" id="{0B179973-08D2-EF40-B516-35E75E906394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xmlns="" id="{6C811FF3-E48A-194D-8022-65F8C3A17449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86529405"/>
      </p:ext>
    </p:extLst>
  </p:cSld>
  <p:clrMapOvr>
    <a:masterClrMapping/>
  </p:clrMapOvr>
  <p:transition advTm="32609">
    <p:split orient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1"/>
            <a:ext cx="9779182" cy="336681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xmlns="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xmlns="" id="{055FD0FC-C8FF-6741-A364-A29CDC6F9495}"/>
              </a:ext>
            </a:extLst>
          </p:cNvPr>
          <p:cNvSpPr/>
          <p:nvPr userDrawn="1"/>
        </p:nvSpPr>
        <p:spPr>
          <a:xfrm rot="5400000" flipH="1">
            <a:off x="1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xmlns="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916AFA50-87A4-4E99-B112-8C6B1DFB84B2}" type="datetime1">
              <a:rPr lang="en-US" smtClean="0"/>
              <a:pPr/>
              <a:t>12/28/2022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xmlns="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xmlns="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9781860"/>
      </p:ext>
    </p:extLst>
  </p:cSld>
  <p:clrMapOvr>
    <a:masterClrMapping/>
  </p:clrMapOvr>
  <p:transition advTm="32609">
    <p:split orient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ABA2A58C-57B7-834C-8F5C-3299322411B1}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xmlns="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xmlns="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3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xmlns="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6B3905CA-BF0F-4A1B-AA0D-85E42F5D5A85}" type="datetime1">
              <a:rPr lang="en-US" smtClean="0"/>
              <a:pPr/>
              <a:t>12/28/2022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xmlns="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xmlns="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90945164"/>
      </p:ext>
    </p:extLst>
  </p:cSld>
  <p:clrMapOvr>
    <a:masterClrMapping/>
  </p:clrMapOvr>
  <p:transition advTm="32609">
    <p:split orient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721" y="1684338"/>
            <a:ext cx="8594558" cy="2810460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4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xmlns="" id="{4C91C146-F9A8-9A4C-9508-8590923B8D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519405"/>
            <a:ext cx="1364297" cy="1094521"/>
          </a:xfrm>
        </p:spPr>
        <p:txBody>
          <a:bodyPr>
            <a:noAutofit/>
          </a:bodyPr>
          <a:lstStyle>
            <a:lvl1pPr marL="0" indent="0" algn="ctr">
              <a:buNone/>
              <a:defRPr sz="23900" b="1">
                <a:solidFill>
                  <a:schemeClr val="accent1">
                    <a:lumMod val="75000"/>
                  </a:schemeClr>
                </a:solidFill>
                <a:latin typeface="Tenorite" pitchFamily="2" charset="0"/>
              </a:defRPr>
            </a:lvl1pPr>
            <a:lvl2pPr marL="4572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xmlns="" id="{322D6C2B-78AC-DD47-9289-067C968B06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81813" y="4494213"/>
            <a:ext cx="3511550" cy="679450"/>
          </a:xfrm>
        </p:spPr>
        <p:txBody>
          <a:bodyPr>
            <a:no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457200" indent="0" algn="r">
              <a:buNone/>
              <a:defRPr sz="1800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 algn="r">
              <a:buNone/>
              <a:defRPr sz="1600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 algn="r">
              <a:buNone/>
              <a:defRPr sz="1400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 algn="r">
              <a:buNone/>
              <a:defRPr sz="1400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xmlns="" id="{612193CD-03AD-D74D-A5CD-747A9B53F49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609104" y="3399692"/>
            <a:ext cx="1364297" cy="1094521"/>
          </a:xfrm>
        </p:spPr>
        <p:txBody>
          <a:bodyPr>
            <a:noAutofit/>
          </a:bodyPr>
          <a:lstStyle>
            <a:lvl1pPr marL="0" indent="0" algn="ctr">
              <a:buNone/>
              <a:defRPr sz="23900" b="1">
                <a:solidFill>
                  <a:schemeClr val="accent1">
                    <a:lumMod val="75000"/>
                  </a:schemeClr>
                </a:solidFill>
                <a:latin typeface="Tenorite" pitchFamily="2" charset="0"/>
              </a:defRPr>
            </a:lvl1pPr>
            <a:lvl2pPr marL="4572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/>
            <a:r>
              <a:rPr lang="en-US" dirty="0"/>
              <a:t>”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fld id="{D3DA9A77-60C0-4BB8-898D-2828EE4073AD}" type="datetime1">
              <a:rPr lang="en-US" smtClean="0"/>
              <a:pPr/>
              <a:t>12/28/2022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476947594"/>
      </p:ext>
    </p:extLst>
  </p:cSld>
  <p:clrMapOvr>
    <a:masterClrMapping/>
  </p:clrMapOvr>
  <p:transition advTm="32609">
    <p:split orient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xmlns="" id="{28C225EC-F6EF-1144-834A-F0B91974AA41}"/>
              </a:ext>
            </a:extLst>
          </p:cNvPr>
          <p:cNvSpPr/>
          <p:nvPr userDrawn="1"/>
        </p:nvSpPr>
        <p:spPr>
          <a:xfrm>
            <a:off x="0" y="-1664"/>
            <a:ext cx="9857012" cy="68596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xmlns="" id="{1E40CEAF-B1BB-174E-A798-3BA60D9C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430" y="381000"/>
            <a:ext cx="8401624" cy="1325563"/>
          </a:xfrm>
        </p:spPr>
        <p:txBody>
          <a:bodyPr lIns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xmlns="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0429" y="2227758"/>
            <a:ext cx="1200374" cy="1201242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0" name="Text Placeholder 28">
            <a:extLst>
              <a:ext uri="{FF2B5EF4-FFF2-40B4-BE49-F238E27FC236}">
                <a16:creationId xmlns:a16="http://schemas.microsoft.com/office/drawing/2014/main" xmlns="" id="{CC3A7E03-4F06-4380-90A1-845651EEA3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23351" y="2426400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1" name="Text Placeholder 28">
            <a:extLst>
              <a:ext uri="{FF2B5EF4-FFF2-40B4-BE49-F238E27FC236}">
                <a16:creationId xmlns:a16="http://schemas.microsoft.com/office/drawing/2014/main" xmlns="" id="{31AF5791-727B-438A-A7EF-5D132167C8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23350" y="2811646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xmlns="" id="{9ABA5222-6FD6-405B-8AC8-18022C36590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495813" y="2227758"/>
            <a:ext cx="1200374" cy="1201242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Text Placeholder 28">
            <a:extLst>
              <a:ext uri="{FF2B5EF4-FFF2-40B4-BE49-F238E27FC236}">
                <a16:creationId xmlns:a16="http://schemas.microsoft.com/office/drawing/2014/main" xmlns="" id="{A1A33FCF-D2EB-478E-8679-428657895F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70817" y="2422565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3" name="Text Placeholder 28">
            <a:extLst>
              <a:ext uri="{FF2B5EF4-FFF2-40B4-BE49-F238E27FC236}">
                <a16:creationId xmlns:a16="http://schemas.microsoft.com/office/drawing/2014/main" xmlns="" id="{55274EF8-F641-41B2-89C1-FD94AFA486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70816" y="2807811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xmlns="" id="{124DE785-775F-4AE4-94B3-FA728188EB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0429" y="4254273"/>
            <a:ext cx="1200374" cy="1201242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4" name="Text Placeholder 28">
            <a:extLst>
              <a:ext uri="{FF2B5EF4-FFF2-40B4-BE49-F238E27FC236}">
                <a16:creationId xmlns:a16="http://schemas.microsoft.com/office/drawing/2014/main" xmlns="" id="{5A429D4E-B795-4E55-852E-9E161F9EBD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23351" y="4498793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5" name="Text Placeholder 28">
            <a:extLst>
              <a:ext uri="{FF2B5EF4-FFF2-40B4-BE49-F238E27FC236}">
                <a16:creationId xmlns:a16="http://schemas.microsoft.com/office/drawing/2014/main" xmlns="" id="{41D297CB-52EE-4DE4-AEAC-CD4AAF2BF1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123350" y="4884039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9" name="Picture Placeholder 23">
            <a:extLst>
              <a:ext uri="{FF2B5EF4-FFF2-40B4-BE49-F238E27FC236}">
                <a16:creationId xmlns:a16="http://schemas.microsoft.com/office/drawing/2014/main" xmlns="" id="{F5694B35-7776-4DB9-9EB7-3AF076EC35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495813" y="4254273"/>
            <a:ext cx="1200374" cy="1201242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xmlns="" id="{AD7B736B-3A10-499F-8F23-4437982C82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70817" y="4498793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xmlns="" id="{07165540-290D-4A38-87DE-F52B05BD6A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70816" y="4884039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1000" y="6356350"/>
            <a:ext cx="156980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C1F30CD5-42B1-4614-9F46-5D29928CC2DB}" type="datetime1">
              <a:rPr lang="en-US" smtClean="0"/>
              <a:pPr/>
              <a:t>12/28/2022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71106" y="6356350"/>
            <a:ext cx="4114800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32334" y="6356350"/>
            <a:ext cx="1167495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xmlns="" id="{AAB3BC7E-B34F-EF47-B125-1574C5484E22}"/>
              </a:ext>
            </a:extLst>
          </p:cNvPr>
          <p:cNvSpPr/>
          <p:nvPr userDrawn="1"/>
        </p:nvSpPr>
        <p:spPr>
          <a:xfrm rot="16200000" flipV="1">
            <a:off x="9499940" y="355410"/>
            <a:ext cx="1881641" cy="1167493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xmlns="" id="{7CBC82D0-4F72-C649-8B7F-D4B087957B6C}"/>
              </a:ext>
            </a:extLst>
          </p:cNvPr>
          <p:cNvSpPr/>
          <p:nvPr userDrawn="1"/>
        </p:nvSpPr>
        <p:spPr>
          <a:xfrm flipH="1">
            <a:off x="10866436" y="1879977"/>
            <a:ext cx="1325563" cy="1325563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xmlns="" id="{9383F23A-D872-2A4C-B386-A9D269BE694D}"/>
              </a:ext>
            </a:extLst>
          </p:cNvPr>
          <p:cNvSpPr/>
          <p:nvPr userDrawn="1"/>
        </p:nvSpPr>
        <p:spPr>
          <a:xfrm>
            <a:off x="11024507" y="-1664"/>
            <a:ext cx="1167494" cy="1881641"/>
          </a:xfrm>
          <a:custGeom>
            <a:avLst/>
            <a:gdLst>
              <a:gd name="connsiteX0" fmla="*/ 1167473 w 1167494"/>
              <a:gd name="connsiteY0" fmla="*/ 0 h 1881641"/>
              <a:gd name="connsiteX1" fmla="*/ 1167493 w 1167494"/>
              <a:gd name="connsiteY1" fmla="*/ 0 h 1881641"/>
              <a:gd name="connsiteX2" fmla="*/ 1167493 w 1167494"/>
              <a:gd name="connsiteY2" fmla="*/ 714148 h 1881641"/>
              <a:gd name="connsiteX3" fmla="*/ 1166666 w 1167494"/>
              <a:gd name="connsiteY3" fmla="*/ 730534 h 1881641"/>
              <a:gd name="connsiteX4" fmla="*/ 1167494 w 1167494"/>
              <a:gd name="connsiteY4" fmla="*/ 730534 h 1881641"/>
              <a:gd name="connsiteX5" fmla="*/ 1167494 w 1167494"/>
              <a:gd name="connsiteY5" fmla="*/ 1378059 h 1881641"/>
              <a:gd name="connsiteX6" fmla="*/ 1167493 w 1167494"/>
              <a:gd name="connsiteY6" fmla="*/ 1378059 h 1881641"/>
              <a:gd name="connsiteX7" fmla="*/ 1167493 w 1167494"/>
              <a:gd name="connsiteY7" fmla="*/ 1881641 h 1881641"/>
              <a:gd name="connsiteX8" fmla="*/ 0 w 1167494"/>
              <a:gd name="connsiteY8" fmla="*/ 1881641 h 1881641"/>
              <a:gd name="connsiteX9" fmla="*/ 0 w 1167494"/>
              <a:gd name="connsiteY9" fmla="*/ 1234116 h 1881641"/>
              <a:gd name="connsiteX10" fmla="*/ 0 w 1167494"/>
              <a:gd name="connsiteY10" fmla="*/ 1167492 h 1881641"/>
              <a:gd name="connsiteX11" fmla="*/ 1048124 w 1167494"/>
              <a:gd name="connsiteY11" fmla="*/ 6027 h 188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67494" h="1881641">
                <a:moveTo>
                  <a:pt x="1167473" y="0"/>
                </a:moveTo>
                <a:lnTo>
                  <a:pt x="1167493" y="0"/>
                </a:lnTo>
                <a:lnTo>
                  <a:pt x="1167493" y="714148"/>
                </a:lnTo>
                <a:lnTo>
                  <a:pt x="1166666" y="730534"/>
                </a:lnTo>
                <a:lnTo>
                  <a:pt x="1167494" y="730534"/>
                </a:lnTo>
                <a:lnTo>
                  <a:pt x="1167494" y="1378059"/>
                </a:lnTo>
                <a:lnTo>
                  <a:pt x="1167493" y="1378059"/>
                </a:lnTo>
                <a:lnTo>
                  <a:pt x="1167493" y="1881641"/>
                </a:lnTo>
                <a:lnTo>
                  <a:pt x="0" y="1881641"/>
                </a:lnTo>
                <a:lnTo>
                  <a:pt x="0" y="1234116"/>
                </a:lnTo>
                <a:lnTo>
                  <a:pt x="0" y="1167492"/>
                </a:lnTo>
                <a:cubicBezTo>
                  <a:pt x="0" y="563002"/>
                  <a:pt x="459408" y="65814"/>
                  <a:pt x="1048124" y="602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xmlns="" id="{9221FFDB-AAE2-5943-97A1-82D66AE05DB4}"/>
              </a:ext>
            </a:extLst>
          </p:cNvPr>
          <p:cNvSpPr/>
          <p:nvPr userDrawn="1"/>
        </p:nvSpPr>
        <p:spPr>
          <a:xfrm>
            <a:off x="10334091" y="2737752"/>
            <a:ext cx="1380830" cy="138083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xmlns="" id="{2E58EEF7-63CA-A845-BAC4-9D3BE05918B5}"/>
              </a:ext>
            </a:extLst>
          </p:cNvPr>
          <p:cNvSpPr/>
          <p:nvPr userDrawn="1"/>
        </p:nvSpPr>
        <p:spPr>
          <a:xfrm rot="16200000" flipH="1">
            <a:off x="10667432" y="5333432"/>
            <a:ext cx="1881641" cy="1167493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xmlns="" id="{757A4624-D8ED-2E4B-AF8C-00DFA6A72D5F}"/>
              </a:ext>
            </a:extLst>
          </p:cNvPr>
          <p:cNvSpPr/>
          <p:nvPr userDrawn="1"/>
        </p:nvSpPr>
        <p:spPr>
          <a:xfrm flipV="1">
            <a:off x="9857012" y="3651505"/>
            <a:ext cx="1325563" cy="1325563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xmlns="" id="{DF312EF8-91BE-5946-BE31-8CFE107A2FEA}"/>
              </a:ext>
            </a:extLst>
          </p:cNvPr>
          <p:cNvSpPr/>
          <p:nvPr userDrawn="1"/>
        </p:nvSpPr>
        <p:spPr>
          <a:xfrm flipH="1" flipV="1">
            <a:off x="9857013" y="4976359"/>
            <a:ext cx="1167494" cy="1881641"/>
          </a:xfrm>
          <a:custGeom>
            <a:avLst/>
            <a:gdLst>
              <a:gd name="connsiteX0" fmla="*/ 1167473 w 1167494"/>
              <a:gd name="connsiteY0" fmla="*/ 0 h 1881641"/>
              <a:gd name="connsiteX1" fmla="*/ 1167493 w 1167494"/>
              <a:gd name="connsiteY1" fmla="*/ 0 h 1881641"/>
              <a:gd name="connsiteX2" fmla="*/ 1167493 w 1167494"/>
              <a:gd name="connsiteY2" fmla="*/ 714148 h 1881641"/>
              <a:gd name="connsiteX3" fmla="*/ 1166666 w 1167494"/>
              <a:gd name="connsiteY3" fmla="*/ 730534 h 1881641"/>
              <a:gd name="connsiteX4" fmla="*/ 1167494 w 1167494"/>
              <a:gd name="connsiteY4" fmla="*/ 730534 h 1881641"/>
              <a:gd name="connsiteX5" fmla="*/ 1167494 w 1167494"/>
              <a:gd name="connsiteY5" fmla="*/ 1378059 h 1881641"/>
              <a:gd name="connsiteX6" fmla="*/ 1167493 w 1167494"/>
              <a:gd name="connsiteY6" fmla="*/ 1378059 h 1881641"/>
              <a:gd name="connsiteX7" fmla="*/ 1167493 w 1167494"/>
              <a:gd name="connsiteY7" fmla="*/ 1881641 h 1881641"/>
              <a:gd name="connsiteX8" fmla="*/ 0 w 1167494"/>
              <a:gd name="connsiteY8" fmla="*/ 1881641 h 1881641"/>
              <a:gd name="connsiteX9" fmla="*/ 0 w 1167494"/>
              <a:gd name="connsiteY9" fmla="*/ 1234116 h 1881641"/>
              <a:gd name="connsiteX10" fmla="*/ 0 w 1167494"/>
              <a:gd name="connsiteY10" fmla="*/ 1167492 h 1881641"/>
              <a:gd name="connsiteX11" fmla="*/ 1048124 w 1167494"/>
              <a:gd name="connsiteY11" fmla="*/ 6027 h 188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67494" h="1881641">
                <a:moveTo>
                  <a:pt x="1167473" y="0"/>
                </a:moveTo>
                <a:lnTo>
                  <a:pt x="1167493" y="0"/>
                </a:lnTo>
                <a:lnTo>
                  <a:pt x="1167493" y="714148"/>
                </a:lnTo>
                <a:lnTo>
                  <a:pt x="1166666" y="730534"/>
                </a:lnTo>
                <a:lnTo>
                  <a:pt x="1167494" y="730534"/>
                </a:lnTo>
                <a:lnTo>
                  <a:pt x="1167494" y="1378059"/>
                </a:lnTo>
                <a:lnTo>
                  <a:pt x="1167493" y="1378059"/>
                </a:lnTo>
                <a:lnTo>
                  <a:pt x="1167493" y="1881641"/>
                </a:lnTo>
                <a:lnTo>
                  <a:pt x="0" y="1881641"/>
                </a:lnTo>
                <a:lnTo>
                  <a:pt x="0" y="1234116"/>
                </a:lnTo>
                <a:lnTo>
                  <a:pt x="0" y="1167492"/>
                </a:lnTo>
                <a:cubicBezTo>
                  <a:pt x="0" y="563002"/>
                  <a:pt x="459408" y="65814"/>
                  <a:pt x="1048124" y="602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54419118"/>
      </p:ext>
    </p:extLst>
  </p:cSld>
  <p:clrMapOvr>
    <a:masterClrMapping/>
  </p:clrMapOvr>
  <p:transition advTm="32609">
    <p:split orient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ole team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>
            <a:extLst>
              <a:ext uri="{FF2B5EF4-FFF2-40B4-BE49-F238E27FC236}">
                <a16:creationId xmlns:a16="http://schemas.microsoft.com/office/drawing/2014/main" xmlns="" id="{6825B690-1AD7-4243-AC42-D2CF19B7B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430" y="381000"/>
            <a:ext cx="10678142" cy="1325563"/>
          </a:xfrm>
        </p:spPr>
        <p:txBody>
          <a:bodyPr lIns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xmlns="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0429" y="2068734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1" name="Text Placeholder 28">
            <a:extLst>
              <a:ext uri="{FF2B5EF4-FFF2-40B4-BE49-F238E27FC236}">
                <a16:creationId xmlns:a16="http://schemas.microsoft.com/office/drawing/2014/main" xmlns="" id="{1825005B-0520-EC49-9A5C-554CB700387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0430" y="2994545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2" name="Text Placeholder 28">
            <a:extLst>
              <a:ext uri="{FF2B5EF4-FFF2-40B4-BE49-F238E27FC236}">
                <a16:creationId xmlns:a16="http://schemas.microsoft.com/office/drawing/2014/main" xmlns="" id="{B6697B92-AF89-2C46-BC1E-6CB47E8EA4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0429" y="3379791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3" name="Picture Placeholder 23">
            <a:extLst>
              <a:ext uri="{FF2B5EF4-FFF2-40B4-BE49-F238E27FC236}">
                <a16:creationId xmlns:a16="http://schemas.microsoft.com/office/drawing/2014/main" xmlns="" id="{FA9FEBB0-45F1-DF45-89C4-B343F8B20BA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549397" y="2068734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4" name="Text Placeholder 28">
            <a:extLst>
              <a:ext uri="{FF2B5EF4-FFF2-40B4-BE49-F238E27FC236}">
                <a16:creationId xmlns:a16="http://schemas.microsoft.com/office/drawing/2014/main" xmlns="" id="{EF331731-A7FC-C245-A9C1-0B1A2E994DB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549398" y="2994545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5" name="Text Placeholder 28">
            <a:extLst>
              <a:ext uri="{FF2B5EF4-FFF2-40B4-BE49-F238E27FC236}">
                <a16:creationId xmlns:a16="http://schemas.microsoft.com/office/drawing/2014/main" xmlns="" id="{313B974E-E762-EE48-B2DF-C8F10DF7344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49397" y="3379791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6" name="Picture Placeholder 23">
            <a:extLst>
              <a:ext uri="{FF2B5EF4-FFF2-40B4-BE49-F238E27FC236}">
                <a16:creationId xmlns:a16="http://schemas.microsoft.com/office/drawing/2014/main" xmlns="" id="{8BA62E8C-79E6-D245-B706-FFB1E051B2D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348367" y="2068734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7" name="Text Placeholder 28">
            <a:extLst>
              <a:ext uri="{FF2B5EF4-FFF2-40B4-BE49-F238E27FC236}">
                <a16:creationId xmlns:a16="http://schemas.microsoft.com/office/drawing/2014/main" xmlns="" id="{4199EE50-5386-0446-8ADA-23C1B0D6EA4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48368" y="2994545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8" name="Text Placeholder 28">
            <a:extLst>
              <a:ext uri="{FF2B5EF4-FFF2-40B4-BE49-F238E27FC236}">
                <a16:creationId xmlns:a16="http://schemas.microsoft.com/office/drawing/2014/main" xmlns="" id="{478AB5CA-B5A5-934D-BF51-1485953A703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48367" y="3379791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9" name="Picture Placeholder 23">
            <a:extLst>
              <a:ext uri="{FF2B5EF4-FFF2-40B4-BE49-F238E27FC236}">
                <a16:creationId xmlns:a16="http://schemas.microsoft.com/office/drawing/2014/main" xmlns="" id="{3D78BE06-1FC7-3C43-BD15-F4137B564B5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147335" y="2068734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0" name="Text Placeholder 28">
            <a:extLst>
              <a:ext uri="{FF2B5EF4-FFF2-40B4-BE49-F238E27FC236}">
                <a16:creationId xmlns:a16="http://schemas.microsoft.com/office/drawing/2014/main" xmlns="" id="{14F01FCC-4797-0343-8739-20331C751C1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47336" y="2994545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1" name="Text Placeholder 28">
            <a:extLst>
              <a:ext uri="{FF2B5EF4-FFF2-40B4-BE49-F238E27FC236}">
                <a16:creationId xmlns:a16="http://schemas.microsoft.com/office/drawing/2014/main" xmlns="" id="{33FBE6CA-EC7A-1A4B-ADA3-6B78F2DE09C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47335" y="3379791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2" name="Picture Placeholder 23">
            <a:extLst>
              <a:ext uri="{FF2B5EF4-FFF2-40B4-BE49-F238E27FC236}">
                <a16:creationId xmlns:a16="http://schemas.microsoft.com/office/drawing/2014/main" xmlns="" id="{6DD7CCE4-AD48-B64F-909E-F88961FBDFC5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50429" y="4118551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3" name="Text Placeholder 28">
            <a:extLst>
              <a:ext uri="{FF2B5EF4-FFF2-40B4-BE49-F238E27FC236}">
                <a16:creationId xmlns:a16="http://schemas.microsoft.com/office/drawing/2014/main" xmlns="" id="{C076E7E2-3D95-EA47-BF86-444615F1F14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50430" y="5044362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4" name="Text Placeholder 28">
            <a:extLst>
              <a:ext uri="{FF2B5EF4-FFF2-40B4-BE49-F238E27FC236}">
                <a16:creationId xmlns:a16="http://schemas.microsoft.com/office/drawing/2014/main" xmlns="" id="{612499D2-373C-3940-97A5-FCA8B245BE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50429" y="5429608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5" name="Picture Placeholder 23">
            <a:extLst>
              <a:ext uri="{FF2B5EF4-FFF2-40B4-BE49-F238E27FC236}">
                <a16:creationId xmlns:a16="http://schemas.microsoft.com/office/drawing/2014/main" xmlns="" id="{24B34D6D-4F7E-3942-B8D7-9970BDE53C1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549397" y="4118551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6" name="Text Placeholder 28">
            <a:extLst>
              <a:ext uri="{FF2B5EF4-FFF2-40B4-BE49-F238E27FC236}">
                <a16:creationId xmlns:a16="http://schemas.microsoft.com/office/drawing/2014/main" xmlns="" id="{D34EDB1D-7E85-D242-B6AE-F6D6907D325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549398" y="5044362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7" name="Text Placeholder 28">
            <a:extLst>
              <a:ext uri="{FF2B5EF4-FFF2-40B4-BE49-F238E27FC236}">
                <a16:creationId xmlns:a16="http://schemas.microsoft.com/office/drawing/2014/main" xmlns="" id="{3E3BFFF0-114B-6D42-B5E0-8020AC2E26B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49397" y="5429608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8" name="Picture Placeholder 23">
            <a:extLst>
              <a:ext uri="{FF2B5EF4-FFF2-40B4-BE49-F238E27FC236}">
                <a16:creationId xmlns:a16="http://schemas.microsoft.com/office/drawing/2014/main" xmlns="" id="{EB4488EE-E854-724E-95AE-B9943EE249EA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6348367" y="4118551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9" name="Text Placeholder 28">
            <a:extLst>
              <a:ext uri="{FF2B5EF4-FFF2-40B4-BE49-F238E27FC236}">
                <a16:creationId xmlns:a16="http://schemas.microsoft.com/office/drawing/2014/main" xmlns="" id="{C5551B4D-583E-D644-9069-EC096CE76F5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348368" y="5044362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0" name="Text Placeholder 28">
            <a:extLst>
              <a:ext uri="{FF2B5EF4-FFF2-40B4-BE49-F238E27FC236}">
                <a16:creationId xmlns:a16="http://schemas.microsoft.com/office/drawing/2014/main" xmlns="" id="{E30C4783-1643-2243-BB4F-E99E04D9216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348367" y="5429608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1" name="Picture Placeholder 23">
            <a:extLst>
              <a:ext uri="{FF2B5EF4-FFF2-40B4-BE49-F238E27FC236}">
                <a16:creationId xmlns:a16="http://schemas.microsoft.com/office/drawing/2014/main" xmlns="" id="{7BBADCE0-02E8-3249-8CBA-17D3783DFE70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9147335" y="4118551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2" name="Text Placeholder 28">
            <a:extLst>
              <a:ext uri="{FF2B5EF4-FFF2-40B4-BE49-F238E27FC236}">
                <a16:creationId xmlns:a16="http://schemas.microsoft.com/office/drawing/2014/main" xmlns="" id="{8D294C40-97E4-FF4F-8A02-10FC7D0EE8B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147336" y="5044362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3" name="Text Placeholder 28">
            <a:extLst>
              <a:ext uri="{FF2B5EF4-FFF2-40B4-BE49-F238E27FC236}">
                <a16:creationId xmlns:a16="http://schemas.microsoft.com/office/drawing/2014/main" xmlns="" id="{8B38241F-01B5-574C-A827-67C6352C463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7335" y="5429608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xmlns="" id="{30445668-2DC5-E84C-8B16-922BC95F13F2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EE6020E3-D95B-4E55-964F-4B1A98BDAA6F}" type="datetime1">
              <a:rPr lang="en-US" smtClean="0"/>
              <a:pPr/>
              <a:t>12/28/2022</a:t>
            </a:fld>
            <a:endParaRPr lang="en-US" dirty="0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xmlns="" id="{D9227732-A878-814C-8621-64ED1B2CCF9F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xmlns="" id="{CE9F02AC-6DFB-0C47-BC8E-4B0594007F33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005721973"/>
      </p:ext>
    </p:extLst>
  </p:cSld>
  <p:clrMapOvr>
    <a:masterClrMapping/>
  </p:clrMapOvr>
  <p:transition advTm="32609">
    <p:split orient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meli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xmlns="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xmlns="" id="{055FD0FC-C8FF-6741-A364-A29CDC6F9495}"/>
              </a:ext>
            </a:extLst>
          </p:cNvPr>
          <p:cNvSpPr/>
          <p:nvPr userDrawn="1"/>
        </p:nvSpPr>
        <p:spPr>
          <a:xfrm rot="5400000" flipH="1">
            <a:off x="1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Autofit/>
          </a:bodyPr>
          <a:lstStyle>
            <a:lvl1pPr>
              <a:defRPr sz="4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1"/>
            <a:ext cx="9779182" cy="3366815"/>
          </a:xfr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+mn-lt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+mn-lt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+mn-lt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xmlns="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AE46C21D-EBB5-4F3D-B06D-166777189317}" type="datetime1">
              <a:rPr lang="en-US" smtClean="0"/>
              <a:pPr/>
              <a:t>12/28/2022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xmlns="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xmlns="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69275536"/>
      </p:ext>
    </p:extLst>
  </p:cSld>
  <p:clrMapOvr>
    <a:masterClrMapping/>
  </p:clrMapOvr>
  <p:transition advTm="32609">
    <p:split orient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528203"/>
            <a:ext cx="4663440" cy="282861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xmlns="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xmlns="" id="{055FD0FC-C8FF-6741-A364-A29CDC6F9495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xmlns="" id="{D11C9832-A021-954E-A34F-2988D1189AE9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9861BC34-DFBF-2D4F-B463-FCFBC08391FF}"/>
              </a:ext>
            </a:extLst>
          </p:cNvPr>
          <p:cNvGrpSpPr/>
          <p:nvPr userDrawn="1"/>
        </p:nvGrpSpPr>
        <p:grpSpPr>
          <a:xfrm>
            <a:off x="8082092" y="5590903"/>
            <a:ext cx="1572380" cy="1267097"/>
            <a:chOff x="7413403" y="4976359"/>
            <a:chExt cx="2334986" cy="1881641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xmlns="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xmlns="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</p:grpSp>
      <p:sp>
        <p:nvSpPr>
          <p:cNvPr id="10" name="Date Placeholder 3">
            <a:extLst>
              <a:ext uri="{FF2B5EF4-FFF2-40B4-BE49-F238E27FC236}">
                <a16:creationId xmlns:a16="http://schemas.microsoft.com/office/drawing/2014/main" xmlns="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1DFFEA26-EB1D-498C-95CD-1ECE586790AA}" type="datetime1">
              <a:rPr lang="en-US" smtClean="0"/>
              <a:pPr/>
              <a:t>12/28/2022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xmlns="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xmlns="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xmlns="" id="{94CA559C-3355-DE44-ACF9-BDB6083C422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83235" y="2528203"/>
            <a:ext cx="4663440" cy="282861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xmlns="" id="{0B33DABA-7BF5-1147-BA5E-63B92F220E5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167493" y="2005689"/>
            <a:ext cx="4663440" cy="522514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xmlns="" id="{1B05BEE9-8BC0-EC44-B913-DB6426DF2EA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283235" y="2005689"/>
            <a:ext cx="4663440" cy="522514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xmlns="" val="2131912741"/>
      </p:ext>
    </p:extLst>
  </p:cSld>
  <p:clrMapOvr>
    <a:masterClrMapping/>
  </p:clrMapOvr>
  <p:transition advTm="32609">
    <p:split orient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1" y="2526318"/>
            <a:ext cx="3218688" cy="282861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xmlns="" id="{6A7F6A3F-E1DD-A246-9A6D-5F9B18BA2588}"/>
              </a:ext>
            </a:extLst>
          </p:cNvPr>
          <p:cNvSpPr/>
          <p:nvPr userDrawn="1"/>
        </p:nvSpPr>
        <p:spPr>
          <a:xfrm rot="5400000">
            <a:off x="8580896" y="0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xmlns="" id="{055FD0FC-C8FF-6741-A364-A29CDC6F9495}"/>
              </a:ext>
            </a:extLst>
          </p:cNvPr>
          <p:cNvSpPr/>
          <p:nvPr userDrawn="1"/>
        </p:nvSpPr>
        <p:spPr>
          <a:xfrm>
            <a:off x="-2364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xmlns="" id="{D11C9832-A021-954E-A34F-2988D1189AE9}"/>
              </a:ext>
            </a:extLst>
          </p:cNvPr>
          <p:cNvSpPr/>
          <p:nvPr userDrawn="1"/>
        </p:nvSpPr>
        <p:spPr>
          <a:xfrm rot="5400000" flipH="1">
            <a:off x="11258144" y="5924144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+mn-lt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9861BC34-DFBF-2D4F-B463-FCFBC08391FF}"/>
              </a:ext>
            </a:extLst>
          </p:cNvPr>
          <p:cNvGrpSpPr/>
          <p:nvPr userDrawn="1"/>
        </p:nvGrpSpPr>
        <p:grpSpPr>
          <a:xfrm>
            <a:off x="2587417" y="5590903"/>
            <a:ext cx="1572380" cy="1267097"/>
            <a:chOff x="7413403" y="4976359"/>
            <a:chExt cx="2334986" cy="1881641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xmlns="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xmlns="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</p:grpSp>
      <p:sp>
        <p:nvSpPr>
          <p:cNvPr id="10" name="Date Placeholder 3">
            <a:extLst>
              <a:ext uri="{FF2B5EF4-FFF2-40B4-BE49-F238E27FC236}">
                <a16:creationId xmlns:a16="http://schemas.microsoft.com/office/drawing/2014/main" xmlns="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6711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539842EE-D56F-4F18-94E7-094CEF23F906}" type="datetime1">
              <a:rPr lang="en-US" smtClean="0"/>
              <a:pPr/>
              <a:t>12/28/2022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xmlns="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xmlns="" id="{94CA559C-3355-DE44-ACF9-BDB6083C422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83787" y="2526318"/>
            <a:ext cx="3173279" cy="282861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xmlns="" id="{0B33DABA-7BF5-1147-BA5E-63B92F220E5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167493" y="2003804"/>
            <a:ext cx="3173278" cy="522514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xmlns="" id="{1B05BEE9-8BC0-EC44-B913-DB6426DF2EA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3788" y="2003804"/>
            <a:ext cx="3173278" cy="522514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xmlns="" id="{43D62993-A055-DF4F-9286-4FFE3A5C7FD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00082" y="2526318"/>
            <a:ext cx="3173279" cy="282861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xmlns="" id="{A896DA2E-4448-254C-86D1-9E16E63CC6A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200083" y="2003804"/>
            <a:ext cx="3173278" cy="522514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xmlns="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756976449"/>
      </p:ext>
    </p:extLst>
  </p:cSld>
  <p:clrMapOvr>
    <a:masterClrMapping/>
  </p:clrMapOvr>
  <p:transition advTm="32609">
    <p:split orient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122363"/>
            <a:ext cx="6220278" cy="238760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02038"/>
            <a:ext cx="6220277" cy="2247219"/>
          </a:xfrm>
        </p:spPr>
        <p:txBody>
          <a:bodyPr>
            <a:no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9AC79249-FDC0-364D-A734-AE1DE1605D28}"/>
              </a:ext>
            </a:extLst>
          </p:cNvPr>
          <p:cNvSpPr/>
          <p:nvPr userDrawn="1"/>
        </p:nvSpPr>
        <p:spPr>
          <a:xfrm>
            <a:off x="8264426" y="0"/>
            <a:ext cx="392757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F15FBB50-09C8-B64E-AE57-67C5E70810CB}"/>
              </a:ext>
            </a:extLst>
          </p:cNvPr>
          <p:cNvGrpSpPr/>
          <p:nvPr userDrawn="1"/>
        </p:nvGrpSpPr>
        <p:grpSpPr>
          <a:xfrm>
            <a:off x="8264427" y="3685939"/>
            <a:ext cx="3927573" cy="3178856"/>
            <a:chOff x="9857014" y="13834"/>
            <a:chExt cx="2334986" cy="188164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xmlns="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xmlns="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2" name="Freeform 21">
            <a:extLst>
              <a:ext uri="{FF2B5EF4-FFF2-40B4-BE49-F238E27FC236}">
                <a16:creationId xmlns:a16="http://schemas.microsoft.com/office/drawing/2014/main" xmlns="" id="{BC68F289-2744-2F48-893A-3F17911625C8}"/>
              </a:ext>
            </a:extLst>
          </p:cNvPr>
          <p:cNvSpPr/>
          <p:nvPr userDrawn="1"/>
        </p:nvSpPr>
        <p:spPr>
          <a:xfrm>
            <a:off x="0" y="-1"/>
            <a:ext cx="1167493" cy="1167493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xmlns="" id="{39563C76-BC00-DE47-88F5-C24D3CE3325A}"/>
              </a:ext>
            </a:extLst>
          </p:cNvPr>
          <p:cNvSpPr/>
          <p:nvPr userDrawn="1"/>
        </p:nvSpPr>
        <p:spPr>
          <a:xfrm>
            <a:off x="10228214" y="-1"/>
            <a:ext cx="1963787" cy="3178856"/>
          </a:xfrm>
          <a:custGeom>
            <a:avLst/>
            <a:gdLst>
              <a:gd name="connsiteX0" fmla="*/ 0 w 1963787"/>
              <a:gd name="connsiteY0" fmla="*/ 0 h 3178856"/>
              <a:gd name="connsiteX1" fmla="*/ 1963787 w 1963787"/>
              <a:gd name="connsiteY1" fmla="*/ 0 h 3178856"/>
              <a:gd name="connsiteX2" fmla="*/ 1963787 w 1963787"/>
              <a:gd name="connsiteY2" fmla="*/ 1967129 h 3178856"/>
              <a:gd name="connsiteX3" fmla="*/ 1963787 w 1963787"/>
              <a:gd name="connsiteY3" fmla="*/ 2349671 h 3178856"/>
              <a:gd name="connsiteX4" fmla="*/ 1963787 w 1963787"/>
              <a:gd name="connsiteY4" fmla="*/ 3178856 h 3178856"/>
              <a:gd name="connsiteX5" fmla="*/ 1963753 w 1963787"/>
              <a:gd name="connsiteY5" fmla="*/ 3178856 h 3178856"/>
              <a:gd name="connsiteX6" fmla="*/ 1763002 w 1963787"/>
              <a:gd name="connsiteY6" fmla="*/ 3168629 h 3178856"/>
              <a:gd name="connsiteX7" fmla="*/ 0 w 1963787"/>
              <a:gd name="connsiteY7" fmla="*/ 1197921 h 3178856"/>
              <a:gd name="connsiteX8" fmla="*/ 0 w 1963787"/>
              <a:gd name="connsiteY8" fmla="*/ 1039961 h 3178856"/>
              <a:gd name="connsiteX9" fmla="*/ 0 w 1963787"/>
              <a:gd name="connsiteY9" fmla="*/ 0 h 3178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63787" h="3178856">
                <a:moveTo>
                  <a:pt x="0" y="0"/>
                </a:moveTo>
                <a:lnTo>
                  <a:pt x="1963787" y="0"/>
                </a:lnTo>
                <a:lnTo>
                  <a:pt x="1963787" y="1967129"/>
                </a:lnTo>
                <a:lnTo>
                  <a:pt x="1963787" y="2349671"/>
                </a:lnTo>
                <a:lnTo>
                  <a:pt x="1963787" y="3178856"/>
                </a:lnTo>
                <a:lnTo>
                  <a:pt x="1963753" y="3178856"/>
                </a:lnTo>
                <a:lnTo>
                  <a:pt x="1763002" y="3168629"/>
                </a:lnTo>
                <a:cubicBezTo>
                  <a:pt x="772749" y="3067186"/>
                  <a:pt x="0" y="2223585"/>
                  <a:pt x="0" y="1197921"/>
                </a:cubicBezTo>
                <a:lnTo>
                  <a:pt x="0" y="1039961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44706900"/>
      </p:ext>
    </p:extLst>
  </p:cSld>
  <p:clrMapOvr>
    <a:masterClrMapping/>
  </p:clrMapOvr>
  <p:transition advTm="32609">
    <p:split orient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FC9A72C8-1C87-42EF-8A11-BF6DFA19ED8B}" type="datetime1">
              <a:rPr lang="en-US" smtClean="0"/>
              <a:pPr/>
              <a:t>12/28/2022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9" r:id="rId4"/>
    <p:sldLayoutId id="2147483660" r:id="rId5"/>
    <p:sldLayoutId id="2147483661" r:id="rId6"/>
    <p:sldLayoutId id="2147483654" r:id="rId7"/>
    <p:sldLayoutId id="2147483658" r:id="rId8"/>
    <p:sldLayoutId id="2147483662" r:id="rId9"/>
    <p:sldLayoutId id="2147483663" r:id="rId10"/>
    <p:sldLayoutId id="2147483664" r:id="rId11"/>
    <p:sldLayoutId id="2147483665" r:id="rId12"/>
    <p:sldLayoutId id="2147483666" r:id="rId13"/>
  </p:sldLayoutIdLst>
  <p:transition advTm="32609">
    <p:split orient="vert"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slideLayout" Target="../slideLayouts/slideLayout5.xml"/><Relationship Id="rId7" Type="http://schemas.openxmlformats.org/officeDocument/2006/relationships/oleObject" Target="../embeddings/oleObject4.bin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3.bin"/><Relationship Id="rId5" Type="http://schemas.openxmlformats.org/officeDocument/2006/relationships/oleObject" Target="../embeddings/oleObject2.bin"/><Relationship Id="rId4" Type="http://schemas.openxmlformats.org/officeDocument/2006/relationships/oleObject" Target="../embeddings/oleObject1.bin"/><Relationship Id="rId9" Type="http://schemas.openxmlformats.org/officeDocument/2006/relationships/oleObject" Target="../embeddings/oleObject6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9.bin"/><Relationship Id="rId5" Type="http://schemas.openxmlformats.org/officeDocument/2006/relationships/oleObject" Target="../embeddings/oleObject8.bin"/><Relationship Id="rId4" Type="http://schemas.openxmlformats.org/officeDocument/2006/relationships/oleObject" Target="../embeddings/oleObject7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slideLayout" Target="../slideLayouts/slideLayout6.xml"/><Relationship Id="rId7" Type="http://schemas.openxmlformats.org/officeDocument/2006/relationships/oleObject" Target="../embeddings/oleObject13.bin"/><Relationship Id="rId2" Type="http://schemas.openxmlformats.org/officeDocument/2006/relationships/tags" Target="../tags/tag3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2.bin"/><Relationship Id="rId5" Type="http://schemas.openxmlformats.org/officeDocument/2006/relationships/oleObject" Target="../embeddings/oleObject11.bin"/><Relationship Id="rId4" Type="http://schemas.openxmlformats.org/officeDocument/2006/relationships/oleObject" Target="../embeddings/oleObject10.bin"/><Relationship Id="rId9" Type="http://schemas.openxmlformats.org/officeDocument/2006/relationships/oleObject" Target="../embeddings/oleObject15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7" Type="http://schemas.openxmlformats.org/officeDocument/2006/relationships/oleObject" Target="../embeddings/oleObject19.bin"/><Relationship Id="rId2" Type="http://schemas.openxmlformats.org/officeDocument/2006/relationships/tags" Target="../tags/tag4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8.bin"/><Relationship Id="rId5" Type="http://schemas.openxmlformats.org/officeDocument/2006/relationships/oleObject" Target="../embeddings/oleObject17.bin"/><Relationship Id="rId4" Type="http://schemas.openxmlformats.org/officeDocument/2006/relationships/oleObject" Target="../embeddings/oleObject16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0487" y="425668"/>
            <a:ext cx="7096933" cy="3782203"/>
          </a:xfrm>
        </p:spPr>
        <p:txBody>
          <a:bodyPr/>
          <a:lstStyle/>
          <a:p>
            <a:pPr algn="ctr"/>
            <a:r>
              <a:rPr lang="en-US" sz="4800" dirty="0" smtClean="0">
                <a:ea typeface="+mj-lt"/>
                <a:cs typeface="+mj-lt"/>
              </a:rPr>
              <a:t>The </a:t>
            </a:r>
            <a:r>
              <a:rPr lang="en-US" sz="4800" dirty="0">
                <a:ea typeface="+mj-lt"/>
                <a:cs typeface="+mj-lt"/>
              </a:rPr>
              <a:t>bisectors of the angles between</a:t>
            </a:r>
            <a:r>
              <a:rPr lang="en-US" dirty="0">
                <a:ea typeface="+mj-lt"/>
                <a:cs typeface="+mj-lt"/>
              </a:rPr>
              <a:t> </a:t>
            </a:r>
            <a:r>
              <a:rPr lang="en-US" sz="4800" dirty="0">
                <a:ea typeface="+mj-lt"/>
                <a:cs typeface="+mj-lt"/>
              </a:rPr>
              <a:t>the lines represented by the general equation of second </a:t>
            </a:r>
            <a:r>
              <a:rPr lang="en-US" sz="4800" dirty="0" smtClean="0">
                <a:ea typeface="+mj-lt"/>
                <a:cs typeface="+mj-lt"/>
              </a:rPr>
              <a:t>degree</a:t>
            </a:r>
            <a:endParaRPr lang="en-US" sz="4800" dirty="0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xmlns="" id="{DE8E357C-1200-4F39-89B6-DB1D958C5C6E}"/>
              </a:ext>
            </a:extLst>
          </p:cNvPr>
          <p:cNvSpPr>
            <a:spLocks noGrp="1"/>
          </p:cNvSpPr>
          <p:nvPr/>
        </p:nvSpPr>
        <p:spPr>
          <a:xfrm>
            <a:off x="709447" y="0"/>
            <a:ext cx="1308539" cy="14819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3900" b="1" kern="1200">
                <a:solidFill>
                  <a:schemeClr val="accent1">
                    <a:lumMod val="75000"/>
                  </a:schemeClr>
                </a:solidFill>
                <a:latin typeface="Tenorite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1" kern="1200">
                <a:solidFill>
                  <a:schemeClr val="bg1"/>
                </a:solidFill>
                <a:latin typeface="Tenorite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bg1"/>
                </a:solidFill>
                <a:latin typeface="Tenorite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Tenorite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Tenorite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“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xmlns="" id="{3A62E15B-425B-7C0A-8226-C974CE09A743}"/>
              </a:ext>
            </a:extLst>
          </p:cNvPr>
          <p:cNvSpPr>
            <a:spLocks noGrp="1"/>
          </p:cNvSpPr>
          <p:nvPr/>
        </p:nvSpPr>
        <p:spPr>
          <a:xfrm>
            <a:off x="7150643" y="3095537"/>
            <a:ext cx="1364297" cy="10945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3900" b="1" kern="1200">
                <a:solidFill>
                  <a:schemeClr val="accent1">
                    <a:lumMod val="75000"/>
                  </a:schemeClr>
                </a:solidFill>
                <a:latin typeface="Tenorite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1" kern="1200">
                <a:solidFill>
                  <a:schemeClr val="bg1"/>
                </a:solidFill>
                <a:latin typeface="Tenorite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bg1"/>
                </a:solidFill>
                <a:latin typeface="Tenorite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Tenorite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Tenorite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”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xmlns="" id="{A068D447-28D3-4F5F-B2DC-FD67E9015868}"/>
              </a:ext>
            </a:extLst>
          </p:cNvPr>
          <p:cNvSpPr txBox="1">
            <a:spLocks/>
          </p:cNvSpPr>
          <p:nvPr/>
        </p:nvSpPr>
        <p:spPr>
          <a:xfrm>
            <a:off x="2247678" y="4637207"/>
            <a:ext cx="3807074" cy="107984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Name: </a:t>
            </a:r>
            <a:r>
              <a:rPr kumimoji="0" lang="en-US" sz="3600" b="1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Rifa Azad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ID: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2022-1-60-265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C2B9497D-8B07-DBB0-6FDF-56ADFB1AF5CC}"/>
              </a:ext>
            </a:extLst>
          </p:cNvPr>
          <p:cNvSpPr txBox="1">
            <a:spLocks/>
          </p:cNvSpPr>
          <p:nvPr/>
        </p:nvSpPr>
        <p:spPr>
          <a:xfrm>
            <a:off x="4695795" y="5583636"/>
            <a:ext cx="6279978" cy="107984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/>
              <a:t>Course: MAT104</a:t>
            </a:r>
          </a:p>
          <a:p>
            <a:pPr algn="r"/>
            <a:r>
              <a:rPr lang="en-US" dirty="0"/>
              <a:t>Course Instructor: Anindita Paul</a:t>
            </a:r>
          </a:p>
          <a:p>
            <a:pPr algn="r"/>
            <a:endParaRPr lang="en-US" dirty="0"/>
          </a:p>
        </p:txBody>
      </p:sp>
      <p:pic>
        <p:nvPicPr>
          <p:cNvPr id="7" name="Picture 6" descr="EW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7252" y="3108434"/>
            <a:ext cx="1204748" cy="1204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59308896"/>
      </p:ext>
    </p:extLst>
  </p:cSld>
  <p:clrMapOvr>
    <a:masterClrMapping/>
  </p:clrMapOvr>
  <p:transition advTm="32609">
    <p:split orient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231" y="633247"/>
            <a:ext cx="9697824" cy="592319"/>
          </a:xfrm>
        </p:spPr>
        <p:txBody>
          <a:bodyPr/>
          <a:lstStyle/>
          <a:p>
            <a:r>
              <a:rPr lang="en-US" sz="4400" i="1" dirty="0"/>
              <a:t>General Equation of 2</a:t>
            </a:r>
            <a:r>
              <a:rPr lang="en-US" sz="4400" i="1" baseline="30000" dirty="0"/>
              <a:t>nd</a:t>
            </a:r>
            <a:r>
              <a:rPr lang="en-US" sz="4400" i="1" dirty="0"/>
              <a:t> degree is: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388" y="3019213"/>
            <a:ext cx="5767898" cy="764513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/>
              <a:t>Now, if we consider the </a:t>
            </a:r>
            <a:r>
              <a:rPr lang="en-US" b="1" dirty="0"/>
              <a:t>2</a:t>
            </a:r>
            <a:r>
              <a:rPr lang="en-US" b="1" baseline="30000" dirty="0"/>
              <a:t>nd </a:t>
            </a:r>
            <a:r>
              <a:rPr lang="en-US" b="1" dirty="0"/>
              <a:t>degree</a:t>
            </a:r>
            <a:r>
              <a:rPr lang="en-US" dirty="0"/>
              <a:t> part of the </a:t>
            </a:r>
            <a:r>
              <a:rPr lang="en-US" dirty="0" smtClean="0"/>
              <a:t>Equation</a:t>
            </a:r>
            <a:r>
              <a:rPr lang="en-US" dirty="0"/>
              <a:t>, i.e.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0D470D0-6D64-5E42-9515-048F8779CD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34277" y="6492875"/>
            <a:ext cx="1657723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xmlns="" id="{22788C46-D0BC-4307-AE55-7601A139E7CB}"/>
              </a:ext>
            </a:extLst>
          </p:cNvPr>
          <p:cNvSpPr txBox="1">
            <a:spLocks/>
          </p:cNvSpPr>
          <p:nvPr/>
        </p:nvSpPr>
        <p:spPr>
          <a:xfrm>
            <a:off x="1356877" y="5000413"/>
            <a:ext cx="3246653" cy="51751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From figure we get,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0" name="Object 39"/>
          <p:cNvGraphicFramePr>
            <a:graphicFrameLocks noChangeAspect="1"/>
          </p:cNvGraphicFramePr>
          <p:nvPr/>
        </p:nvGraphicFramePr>
        <p:xfrm>
          <a:off x="3252952" y="5311611"/>
          <a:ext cx="1855076" cy="1199548"/>
        </p:xfrm>
        <a:graphic>
          <a:graphicData uri="http://schemas.openxmlformats.org/presentationml/2006/ole">
            <p:oleObj spid="_x0000_s1032" name="Equation" r:id="rId4" imgW="609480" imgH="393480" progId="Equation.3">
              <p:embed/>
            </p:oleObj>
          </a:graphicData>
        </a:graphic>
      </p:graphicFrame>
      <p:grpSp>
        <p:nvGrpSpPr>
          <p:cNvPr id="41" name="Group 40"/>
          <p:cNvGrpSpPr/>
          <p:nvPr/>
        </p:nvGrpSpPr>
        <p:grpSpPr>
          <a:xfrm>
            <a:off x="882869" y="1529256"/>
            <a:ext cx="7914289" cy="851338"/>
            <a:chOff x="930166" y="1450428"/>
            <a:chExt cx="7914289" cy="851338"/>
          </a:xfrm>
        </p:grpSpPr>
        <p:graphicFrame>
          <p:nvGraphicFramePr>
            <p:cNvPr id="19" name="Object 18"/>
            <p:cNvGraphicFramePr>
              <a:graphicFrameLocks noChangeAspect="1"/>
            </p:cNvGraphicFramePr>
            <p:nvPr/>
          </p:nvGraphicFramePr>
          <p:xfrm>
            <a:off x="1061982" y="1515842"/>
            <a:ext cx="7482927" cy="740070"/>
          </p:xfrm>
          <a:graphic>
            <a:graphicData uri="http://schemas.openxmlformats.org/presentationml/2006/ole">
              <p:oleObj spid="_x0000_s1026" name="Equation" r:id="rId5" imgW="2311200" imgH="228600" progId="Equation.3">
                <p:embed/>
              </p:oleObj>
            </a:graphicData>
          </a:graphic>
        </p:graphicFrame>
        <p:sp>
          <p:nvSpPr>
            <p:cNvPr id="33" name="Rounded Rectangle 32"/>
            <p:cNvSpPr/>
            <p:nvPr/>
          </p:nvSpPr>
          <p:spPr>
            <a:xfrm>
              <a:off x="930166" y="1450428"/>
              <a:ext cx="7914289" cy="851338"/>
            </a:xfrm>
            <a:prstGeom prst="roundRect">
              <a:avLst/>
            </a:prstGeom>
            <a:noFill/>
            <a:ln w="47625"/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600000" lon="0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898635" y="3991029"/>
            <a:ext cx="6132786" cy="785925"/>
            <a:chOff x="1056290" y="3943732"/>
            <a:chExt cx="6132786" cy="785925"/>
          </a:xfrm>
        </p:grpSpPr>
        <p:graphicFrame>
          <p:nvGraphicFramePr>
            <p:cNvPr id="21" name="Object 20"/>
            <p:cNvGraphicFramePr>
              <a:graphicFrameLocks noChangeAspect="1"/>
            </p:cNvGraphicFramePr>
            <p:nvPr/>
          </p:nvGraphicFramePr>
          <p:xfrm>
            <a:off x="1196427" y="3943732"/>
            <a:ext cx="5699844" cy="754391"/>
          </p:xfrm>
          <a:graphic>
            <a:graphicData uri="http://schemas.openxmlformats.org/presentationml/2006/ole">
              <p:oleObj spid="_x0000_s1027" name="Equation" r:id="rId6" imgW="1726920" imgH="228600" progId="Equation.3">
                <p:embed/>
              </p:oleObj>
            </a:graphicData>
          </a:graphic>
        </p:graphicFrame>
        <p:sp>
          <p:nvSpPr>
            <p:cNvPr id="42" name="Rectangle 41"/>
            <p:cNvSpPr/>
            <p:nvPr/>
          </p:nvSpPr>
          <p:spPr>
            <a:xfrm>
              <a:off x="1056290" y="4004444"/>
              <a:ext cx="6132786" cy="725213"/>
            </a:xfrm>
            <a:prstGeom prst="rect">
              <a:avLst/>
            </a:prstGeom>
            <a:noFill/>
            <a:ln w="63500" cap="rnd" cmpd="tri">
              <a:prstDash val="solid"/>
              <a:bevel/>
            </a:ln>
            <a:effectLst>
              <a:outerShdw blurRad="50800" dist="38100" dir="18900000" algn="bl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1" name="Group 70"/>
          <p:cNvGrpSpPr/>
          <p:nvPr/>
        </p:nvGrpSpPr>
        <p:grpSpPr>
          <a:xfrm>
            <a:off x="7262649" y="2317531"/>
            <a:ext cx="4929351" cy="4319752"/>
            <a:chOff x="7262649" y="2364828"/>
            <a:chExt cx="4929351" cy="4156164"/>
          </a:xfrm>
        </p:grpSpPr>
        <p:sp>
          <p:nvSpPr>
            <p:cNvPr id="29" name="TextBox 28"/>
            <p:cNvSpPr txBox="1"/>
            <p:nvPr/>
          </p:nvSpPr>
          <p:spPr>
            <a:xfrm>
              <a:off x="11876691" y="5270939"/>
              <a:ext cx="315309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b="1" dirty="0" smtClean="0">
                  <a:solidFill>
                    <a:schemeClr val="tx1"/>
                  </a:solidFill>
                </a:rPr>
                <a:t>X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grpSp>
          <p:nvGrpSpPr>
            <p:cNvPr id="70" name="Group 69"/>
            <p:cNvGrpSpPr/>
            <p:nvPr/>
          </p:nvGrpSpPr>
          <p:grpSpPr>
            <a:xfrm>
              <a:off x="7262649" y="2364828"/>
              <a:ext cx="4929351" cy="4156164"/>
              <a:chOff x="7262649" y="2364828"/>
              <a:chExt cx="4929351" cy="4156164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xmlns="" id="{430FFF4A-3DEF-CCCE-6884-0D3727E8C888}"/>
                  </a:ext>
                </a:extLst>
              </p:cNvPr>
              <p:cNvGrpSpPr/>
              <p:nvPr/>
            </p:nvGrpSpPr>
            <p:grpSpPr>
              <a:xfrm>
                <a:off x="7382810" y="2746838"/>
                <a:ext cx="4555019" cy="3774154"/>
                <a:chOff x="3422889" y="2489800"/>
                <a:chExt cx="4555019" cy="3860053"/>
              </a:xfrm>
            </p:grpSpPr>
            <p:cxnSp>
              <p:nvCxnSpPr>
                <p:cNvPr id="11" name="Straight Arrow Connector 10">
                  <a:extLst>
                    <a:ext uri="{FF2B5EF4-FFF2-40B4-BE49-F238E27FC236}">
                      <a16:creationId xmlns:a16="http://schemas.microsoft.com/office/drawing/2014/main" xmlns="" id="{AA5B9652-D9EB-BDDF-A6BC-FE15826CA2BF}"/>
                    </a:ext>
                  </a:extLst>
                </p:cNvPr>
                <p:cNvCxnSpPr/>
                <p:nvPr/>
              </p:nvCxnSpPr>
              <p:spPr>
                <a:xfrm flipV="1">
                  <a:off x="3584190" y="5251538"/>
                  <a:ext cx="4393718" cy="5751"/>
                </a:xfrm>
                <a:prstGeom prst="straightConnector1">
                  <a:avLst/>
                </a:prstGeom>
                <a:ln w="57150">
                  <a:tailEnd type="triangle"/>
                </a:ln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Arrow Connector 11">
                  <a:extLst>
                    <a:ext uri="{FF2B5EF4-FFF2-40B4-BE49-F238E27FC236}">
                      <a16:creationId xmlns:a16="http://schemas.microsoft.com/office/drawing/2014/main" xmlns="" id="{D785289F-B9E0-42AD-9393-DF26752AD2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V="1">
                  <a:off x="2876585" y="4459141"/>
                  <a:ext cx="3762026" cy="19397"/>
                </a:xfrm>
                <a:prstGeom prst="straightConnector1">
                  <a:avLst/>
                </a:prstGeom>
                <a:ln w="57150">
                  <a:tailEnd type="triangle"/>
                </a:ln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xmlns="" id="{000BBC7D-D25B-0680-54FA-97E9786F0D0C}"/>
                    </a:ext>
                  </a:extLst>
                </p:cNvPr>
                <p:cNvCxnSpPr/>
                <p:nvPr/>
              </p:nvCxnSpPr>
              <p:spPr>
                <a:xfrm flipV="1">
                  <a:off x="3983607" y="2489800"/>
                  <a:ext cx="2769079" cy="3815749"/>
                </a:xfrm>
                <a:prstGeom prst="straightConnector1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Arrow Connector 15">
                  <a:extLst>
                    <a:ext uri="{FF2B5EF4-FFF2-40B4-BE49-F238E27FC236}">
                      <a16:creationId xmlns:a16="http://schemas.microsoft.com/office/drawing/2014/main" xmlns="" id="{2CC570C4-496F-A1A5-DF50-AAB0FB9408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422889" y="3453080"/>
                  <a:ext cx="4494361" cy="2564921"/>
                </a:xfrm>
                <a:prstGeom prst="straightConnector1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Arrow Connector 16">
                  <a:extLst>
                    <a:ext uri="{FF2B5EF4-FFF2-40B4-BE49-F238E27FC236}">
                      <a16:creationId xmlns:a16="http://schemas.microsoft.com/office/drawing/2014/main" xmlns="" id="{23863706-B6F0-B606-DDB2-C47EF83626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39832" y="2964251"/>
                  <a:ext cx="3545456" cy="3068128"/>
                </a:xfrm>
                <a:prstGeom prst="straightConnector1">
                  <a:avLst/>
                </a:prstGeom>
                <a:ln w="28575"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" name="Straight Arrow Connector 3">
                  <a:extLst>
                    <a:ext uri="{FF2B5EF4-FFF2-40B4-BE49-F238E27FC236}">
                      <a16:creationId xmlns:a16="http://schemas.microsoft.com/office/drawing/2014/main" xmlns="" id="{ED21E6F4-D685-3CE4-57E8-88C1DA80BE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204811" y="3165043"/>
                  <a:ext cx="20128" cy="2061712"/>
                </a:xfrm>
                <a:prstGeom prst="straightConnector1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4" name="TextBox 23"/>
              <p:cNvSpPr txBox="1"/>
              <p:nvPr/>
            </p:nvSpPr>
            <p:spPr>
              <a:xfrm>
                <a:off x="11876691" y="3443856"/>
                <a:ext cx="315309" cy="36111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b="1" dirty="0" smtClean="0">
                    <a:solidFill>
                      <a:schemeClr val="tx1"/>
                    </a:solidFill>
                  </a:rPr>
                  <a:t>A</a:t>
                </a:r>
                <a:endParaRPr 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8529146" y="2421349"/>
                <a:ext cx="315309" cy="36111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b="1" dirty="0" smtClean="0">
                    <a:solidFill>
                      <a:schemeClr val="tx1"/>
                    </a:solidFill>
                  </a:rPr>
                  <a:t>Y</a:t>
                </a:r>
                <a:endParaRPr 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TextBox 25"/>
              <p:cNvSpPr txBox="1"/>
              <p:nvPr/>
            </p:nvSpPr>
            <p:spPr>
              <a:xfrm>
                <a:off x="10804637" y="2971141"/>
                <a:ext cx="315309" cy="36111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b="1" dirty="0" smtClean="0">
                    <a:solidFill>
                      <a:schemeClr val="tx1"/>
                    </a:solidFill>
                  </a:rPr>
                  <a:t>S</a:t>
                </a:r>
                <a:endParaRPr 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10594428" y="2364828"/>
                <a:ext cx="315309" cy="36111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b="1" dirty="0" smtClean="0">
                    <a:solidFill>
                      <a:schemeClr val="tx1"/>
                    </a:solidFill>
                  </a:rPr>
                  <a:t>B</a:t>
                </a:r>
                <a:endParaRPr 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11351173" y="2868374"/>
                <a:ext cx="315309" cy="36111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b="1" dirty="0" smtClean="0">
                    <a:solidFill>
                      <a:schemeClr val="tx1"/>
                    </a:solidFill>
                  </a:rPr>
                  <a:t>C</a:t>
                </a:r>
                <a:endParaRPr 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8807671" y="5529978"/>
                <a:ext cx="315309" cy="36111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b="1" dirty="0" smtClean="0">
                    <a:solidFill>
                      <a:schemeClr val="tx1"/>
                    </a:solidFill>
                  </a:rPr>
                  <a:t>O</a:t>
                </a:r>
                <a:endParaRPr lang="en-US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xmlns="" id="{23863706-B6F0-B606-DDB2-C47EF83626D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7035721" y="3777640"/>
                <a:ext cx="2061482" cy="1239766"/>
              </a:xfrm>
              <a:prstGeom prst="straightConnector1">
                <a:avLst/>
              </a:prstGeom>
              <a:ln w="28575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TextBox 33"/>
              <p:cNvSpPr txBox="1"/>
              <p:nvPr/>
            </p:nvSpPr>
            <p:spPr>
              <a:xfrm>
                <a:off x="7262649" y="2894067"/>
                <a:ext cx="315309" cy="36111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b="1" dirty="0" smtClean="0">
                    <a:solidFill>
                      <a:schemeClr val="tx1"/>
                    </a:solidFill>
                  </a:rPr>
                  <a:t>D</a:t>
                </a:r>
                <a:endParaRPr lang="en-US" b="1" dirty="0">
                  <a:solidFill>
                    <a:schemeClr val="tx1"/>
                  </a:solidFill>
                </a:endParaRPr>
              </a:p>
            </p:txBody>
          </p:sp>
          <p:graphicFrame>
            <p:nvGraphicFramePr>
              <p:cNvPr id="35" name="Object 34"/>
              <p:cNvGraphicFramePr>
                <a:graphicFrameLocks noChangeAspect="1"/>
              </p:cNvGraphicFramePr>
              <p:nvPr/>
            </p:nvGraphicFramePr>
            <p:xfrm>
              <a:off x="9682656" y="4824273"/>
              <a:ext cx="475592" cy="469345"/>
            </p:xfrm>
            <a:graphic>
              <a:graphicData uri="http://schemas.openxmlformats.org/presentationml/2006/ole">
                <p:oleObj spid="_x0000_s1029" name="Equation" r:id="rId7" imgW="152280" imgH="215640" progId="Equation.3">
                  <p:embed/>
                </p:oleObj>
              </a:graphicData>
            </a:graphic>
          </p:graphicFrame>
          <p:graphicFrame>
            <p:nvGraphicFramePr>
              <p:cNvPr id="36" name="Object 35"/>
              <p:cNvGraphicFramePr>
                <a:graphicFrameLocks noChangeAspect="1"/>
              </p:cNvGraphicFramePr>
              <p:nvPr/>
            </p:nvGraphicFramePr>
            <p:xfrm>
              <a:off x="10228098" y="4839336"/>
              <a:ext cx="450412" cy="438516"/>
            </p:xfrm>
            <a:graphic>
              <a:graphicData uri="http://schemas.openxmlformats.org/presentationml/2006/ole">
                <p:oleObj spid="_x0000_s1030" name="Equation" r:id="rId8" imgW="164880" imgH="215640" progId="Equation.3">
                  <p:embed/>
                </p:oleObj>
              </a:graphicData>
            </a:graphic>
          </p:graphicFrame>
          <p:graphicFrame>
            <p:nvGraphicFramePr>
              <p:cNvPr id="37" name="Object 36"/>
              <p:cNvGraphicFramePr>
                <a:graphicFrameLocks noChangeAspect="1"/>
              </p:cNvGraphicFramePr>
              <p:nvPr/>
            </p:nvGraphicFramePr>
            <p:xfrm>
              <a:off x="9222390" y="5089534"/>
              <a:ext cx="368300" cy="342816"/>
            </p:xfrm>
            <a:graphic>
              <a:graphicData uri="http://schemas.openxmlformats.org/presentationml/2006/ole">
                <p:oleObj spid="_x0000_s1031" name="Equation" r:id="rId9" imgW="126720" imgH="177480" progId="Equation.3">
                  <p:embed/>
                </p:oleObj>
              </a:graphicData>
            </a:graphic>
          </p:graphicFrame>
        </p:grpSp>
        <p:sp>
          <p:nvSpPr>
            <p:cNvPr id="39" name="TextBox 38"/>
            <p:cNvSpPr txBox="1"/>
            <p:nvPr/>
          </p:nvSpPr>
          <p:spPr>
            <a:xfrm>
              <a:off x="10825658" y="5549464"/>
              <a:ext cx="315309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b="1" dirty="0" smtClean="0">
                  <a:solidFill>
                    <a:schemeClr val="tx1"/>
                  </a:solidFill>
                </a:rPr>
                <a:t>P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55" name="Freeform 54"/>
            <p:cNvSpPr/>
            <p:nvPr/>
          </p:nvSpPr>
          <p:spPr>
            <a:xfrm>
              <a:off x="9364717" y="4887310"/>
              <a:ext cx="299545" cy="536027"/>
            </a:xfrm>
            <a:custGeom>
              <a:avLst/>
              <a:gdLst>
                <a:gd name="connsiteX0" fmla="*/ 0 w 268013"/>
                <a:gd name="connsiteY0" fmla="*/ 0 h 425669"/>
                <a:gd name="connsiteX1" fmla="*/ 252248 w 268013"/>
                <a:gd name="connsiteY1" fmla="*/ 157655 h 425669"/>
                <a:gd name="connsiteX2" fmla="*/ 94593 w 268013"/>
                <a:gd name="connsiteY2" fmla="*/ 425669 h 425669"/>
                <a:gd name="connsiteX3" fmla="*/ 94593 w 268013"/>
                <a:gd name="connsiteY3" fmla="*/ 425669 h 425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013" h="425669">
                  <a:moveTo>
                    <a:pt x="0" y="0"/>
                  </a:moveTo>
                  <a:cubicBezTo>
                    <a:pt x="118241" y="43355"/>
                    <a:pt x="236483" y="86710"/>
                    <a:pt x="252248" y="157655"/>
                  </a:cubicBezTo>
                  <a:cubicBezTo>
                    <a:pt x="268013" y="228600"/>
                    <a:pt x="94593" y="425669"/>
                    <a:pt x="94593" y="425669"/>
                  </a:cubicBezTo>
                  <a:lnTo>
                    <a:pt x="94593" y="425669"/>
                  </a:lnTo>
                </a:path>
              </a:pathLst>
            </a:custGeom>
            <a:ln w="44450"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Freeform 66"/>
            <p:cNvSpPr/>
            <p:nvPr/>
          </p:nvSpPr>
          <p:spPr>
            <a:xfrm>
              <a:off x="9443545" y="4382814"/>
              <a:ext cx="859220" cy="1129861"/>
            </a:xfrm>
            <a:custGeom>
              <a:avLst/>
              <a:gdLst>
                <a:gd name="connsiteX0" fmla="*/ 0 w 859220"/>
                <a:gd name="connsiteY0" fmla="*/ 0 h 1129861"/>
                <a:gd name="connsiteX1" fmla="*/ 772510 w 859220"/>
                <a:gd name="connsiteY1" fmla="*/ 425669 h 1129861"/>
                <a:gd name="connsiteX2" fmla="*/ 520262 w 859220"/>
                <a:gd name="connsiteY2" fmla="*/ 1024758 h 1129861"/>
                <a:gd name="connsiteX3" fmla="*/ 488731 w 859220"/>
                <a:gd name="connsiteY3" fmla="*/ 1056289 h 1129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9220" h="1129861">
                  <a:moveTo>
                    <a:pt x="0" y="0"/>
                  </a:moveTo>
                  <a:cubicBezTo>
                    <a:pt x="342900" y="127438"/>
                    <a:pt x="685800" y="254876"/>
                    <a:pt x="772510" y="425669"/>
                  </a:cubicBezTo>
                  <a:cubicBezTo>
                    <a:pt x="859220" y="596462"/>
                    <a:pt x="567559" y="919655"/>
                    <a:pt x="520262" y="1024758"/>
                  </a:cubicBezTo>
                  <a:cubicBezTo>
                    <a:pt x="472965" y="1129861"/>
                    <a:pt x="480848" y="1093075"/>
                    <a:pt x="488731" y="1056289"/>
                  </a:cubicBezTo>
                </a:path>
              </a:pathLst>
            </a:custGeom>
            <a:ln w="444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>
              <a:off x="10310648" y="4556234"/>
              <a:ext cx="457200" cy="956442"/>
            </a:xfrm>
            <a:custGeom>
              <a:avLst/>
              <a:gdLst>
                <a:gd name="connsiteX0" fmla="*/ 0 w 457200"/>
                <a:gd name="connsiteY0" fmla="*/ 0 h 956442"/>
                <a:gd name="connsiteX1" fmla="*/ 425669 w 457200"/>
                <a:gd name="connsiteY1" fmla="*/ 346842 h 956442"/>
                <a:gd name="connsiteX2" fmla="*/ 189186 w 457200"/>
                <a:gd name="connsiteY2" fmla="*/ 867104 h 956442"/>
                <a:gd name="connsiteX3" fmla="*/ 173421 w 457200"/>
                <a:gd name="connsiteY3" fmla="*/ 882869 h 956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7200" h="956442">
                  <a:moveTo>
                    <a:pt x="0" y="0"/>
                  </a:moveTo>
                  <a:cubicBezTo>
                    <a:pt x="197069" y="101162"/>
                    <a:pt x="394138" y="202325"/>
                    <a:pt x="425669" y="346842"/>
                  </a:cubicBezTo>
                  <a:cubicBezTo>
                    <a:pt x="457200" y="491359"/>
                    <a:pt x="231227" y="777766"/>
                    <a:pt x="189186" y="867104"/>
                  </a:cubicBezTo>
                  <a:cubicBezTo>
                    <a:pt x="147145" y="956442"/>
                    <a:pt x="160283" y="919655"/>
                    <a:pt x="173421" y="882869"/>
                  </a:cubicBezTo>
                </a:path>
              </a:pathLst>
            </a:custGeom>
            <a:ln w="444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custDataLst>
      <p:tags r:id="rId2"/>
    </p:custDataLst>
    <p:extLst>
      <p:ext uri="{BB962C8B-B14F-4D97-AF65-F5344CB8AC3E}">
        <p14:creationId xmlns:p14="http://schemas.microsoft.com/office/powerpoint/2010/main" xmlns="" val="1325608595"/>
      </p:ext>
    </p:extLst>
  </p:cSld>
  <p:clrMapOvr>
    <a:masterClrMapping/>
  </p:clrMapOvr>
  <p:transition advTm="32609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7003A5E2-8F37-D546-BCD9-24A2037BB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/>
          </a:p>
        </p:txBody>
      </p:sp>
      <p:graphicFrame>
        <p:nvGraphicFramePr>
          <p:cNvPr id="20" name="Object 19"/>
          <p:cNvGraphicFramePr>
            <a:graphicFrameLocks noChangeAspect="1"/>
          </p:cNvGraphicFramePr>
          <p:nvPr/>
        </p:nvGraphicFramePr>
        <p:xfrm>
          <a:off x="567828" y="189186"/>
          <a:ext cx="4965868" cy="6463862"/>
        </p:xfrm>
        <a:graphic>
          <a:graphicData uri="http://schemas.openxmlformats.org/presentationml/2006/ole">
            <p:oleObj spid="_x0000_s2052" name="Equation" r:id="rId4" imgW="1663560" imgH="2717640" progId="Equation.3">
              <p:embed/>
            </p:oleObj>
          </a:graphicData>
        </a:graphic>
      </p:graphicFrame>
      <p:grpSp>
        <p:nvGrpSpPr>
          <p:cNvPr id="28" name="Group 27"/>
          <p:cNvGrpSpPr/>
          <p:nvPr/>
        </p:nvGrpSpPr>
        <p:grpSpPr>
          <a:xfrm>
            <a:off x="6448095" y="3121574"/>
            <a:ext cx="2916622" cy="2601310"/>
            <a:chOff x="6589985" y="2853559"/>
            <a:chExt cx="2916622" cy="2601310"/>
          </a:xfrm>
          <a:effectLst>
            <a:outerShdw sx="1000" sy="1000" algn="ctr" rotWithShape="0">
              <a:srgbClr val="000000">
                <a:alpha val="0"/>
              </a:srgbClr>
            </a:outerShdw>
          </a:effectLst>
        </p:grpSpPr>
        <p:graphicFrame>
          <p:nvGraphicFramePr>
            <p:cNvPr id="24" name="Object 23"/>
            <p:cNvGraphicFramePr>
              <a:graphicFrameLocks noChangeAspect="1"/>
            </p:cNvGraphicFramePr>
            <p:nvPr/>
          </p:nvGraphicFramePr>
          <p:xfrm>
            <a:off x="7114401" y="3609975"/>
            <a:ext cx="1998067" cy="1592999"/>
          </p:xfrm>
          <a:graphic>
            <a:graphicData uri="http://schemas.openxmlformats.org/presentationml/2006/ole">
              <p:oleObj spid="_x0000_s2054" name="Equation" r:id="rId5" imgW="952200" imgH="711000" progId="Equation.3">
                <p:embed/>
              </p:oleObj>
            </a:graphicData>
          </a:graphic>
        </p:graphicFrame>
        <p:sp>
          <p:nvSpPr>
            <p:cNvPr id="25" name="Rectangle 24"/>
            <p:cNvSpPr/>
            <p:nvPr/>
          </p:nvSpPr>
          <p:spPr>
            <a:xfrm>
              <a:off x="6589985" y="2853559"/>
              <a:ext cx="2916622" cy="2601310"/>
            </a:xfrm>
            <a:prstGeom prst="rect">
              <a:avLst/>
            </a:prstGeom>
            <a:noFill/>
            <a:ln w="38100"/>
            <a:effectLst>
              <a:outerShdw blurRad="50800" dist="38100" algn="l" rotWithShape="0">
                <a:schemeClr val="accent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Content Placeholder 2">
              <a:extLst>
                <a:ext uri="{FF2B5EF4-FFF2-40B4-BE49-F238E27FC236}">
                  <a16:creationId xmlns:a16="http://schemas.microsoft.com/office/drawing/2014/main" xmlns="" id="{22788C46-D0BC-4307-AE55-7601A139E7CB}"/>
                </a:ext>
              </a:extLst>
            </p:cNvPr>
            <p:cNvSpPr txBox="1">
              <a:spLocks/>
            </p:cNvSpPr>
            <p:nvPr/>
          </p:nvSpPr>
          <p:spPr>
            <a:xfrm>
              <a:off x="6827513" y="2998193"/>
              <a:ext cx="2489908" cy="643642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 fontScale="92500" lnSpcReduction="100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From Equation(</a:t>
              </a:r>
              <a:r>
                <a:rPr kumimoji="0" lang="en-US" sz="2400" b="0" i="0" u="none" strike="noStrike" kern="1200" cap="none" spc="0" normalizeH="0" baseline="0" noProof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i</a:t>
              </a:r>
              <a:r>
                <a:rPr kumimoji="0" lang="en-US" sz="24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) we get, </a:t>
              </a:r>
            </a:p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9" name="Rounded Rectangle 28"/>
          <p:cNvSpPr/>
          <p:nvPr/>
        </p:nvSpPr>
        <p:spPr>
          <a:xfrm>
            <a:off x="1040523" y="5675586"/>
            <a:ext cx="2948151" cy="993228"/>
          </a:xfrm>
          <a:prstGeom prst="roundRect">
            <a:avLst/>
          </a:prstGeom>
          <a:noFill/>
          <a:ln w="47625" cap="rnd">
            <a:solidFill>
              <a:schemeClr val="accent1">
                <a:lumMod val="50000"/>
              </a:schemeClr>
            </a:solidFill>
            <a:prstDash val="solid"/>
            <a:rou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7094481" y="882869"/>
            <a:ext cx="2364829" cy="1418897"/>
            <a:chOff x="7094481" y="882869"/>
            <a:chExt cx="2364829" cy="1418897"/>
          </a:xfrm>
        </p:grpSpPr>
        <p:sp>
          <p:nvSpPr>
            <p:cNvPr id="21" name="Rounded Rectangular Callout 20"/>
            <p:cNvSpPr/>
            <p:nvPr/>
          </p:nvSpPr>
          <p:spPr>
            <a:xfrm>
              <a:off x="7094481" y="914400"/>
              <a:ext cx="2364829" cy="1387366"/>
            </a:xfrm>
            <a:prstGeom prst="wedgeRoundRectCallout">
              <a:avLst>
                <a:gd name="adj1" fmla="val -134638"/>
                <a:gd name="adj2" fmla="val 46705"/>
                <a:gd name="adj3" fmla="val 16667"/>
              </a:avLst>
            </a:prstGeom>
            <a:solidFill>
              <a:schemeClr val="bg1">
                <a:lumMod val="50000"/>
              </a:schemeClr>
            </a:solidFill>
            <a:ln w="38100">
              <a:solidFill>
                <a:schemeClr val="accent1">
                  <a:lumMod val="50000"/>
                </a:schemeClr>
              </a:solidFill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smtClean="0"/>
            </a:p>
          </p:txBody>
        </p:sp>
        <p:graphicFrame>
          <p:nvGraphicFramePr>
            <p:cNvPr id="10" name="Object 9"/>
            <p:cNvGraphicFramePr>
              <a:graphicFrameLocks noChangeAspect="1"/>
            </p:cNvGraphicFramePr>
            <p:nvPr/>
          </p:nvGraphicFramePr>
          <p:xfrm>
            <a:off x="7339233" y="882869"/>
            <a:ext cx="1284506" cy="630621"/>
          </p:xfrm>
          <a:graphic>
            <a:graphicData uri="http://schemas.openxmlformats.org/presentationml/2006/ole">
              <p:oleObj spid="_x0000_s2055" name="Equation" r:id="rId6" imgW="406080" imgH="215640" progId="Equation.3">
                <p:embed/>
              </p:oleObj>
            </a:graphicData>
          </a:graphic>
        </p:graphicFrame>
        <p:sp>
          <p:nvSpPr>
            <p:cNvPr id="11" name="TextBox 10"/>
            <p:cNvSpPr txBox="1"/>
            <p:nvPr/>
          </p:nvSpPr>
          <p:spPr>
            <a:xfrm>
              <a:off x="7267902" y="1466193"/>
              <a:ext cx="204951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/>
                <a:t>are </a:t>
              </a:r>
              <a:r>
                <a:rPr lang="en-US" sz="2400" b="1" dirty="0" smtClean="0"/>
                <a:t>slopes</a:t>
              </a:r>
              <a:r>
                <a:rPr lang="en-US" sz="2400" dirty="0" smtClean="0"/>
                <a:t> of Equation(</a:t>
              </a:r>
              <a:r>
                <a:rPr lang="en-US" sz="2400" dirty="0" err="1" smtClean="0"/>
                <a:t>i</a:t>
              </a:r>
              <a:r>
                <a:rPr lang="en-US" sz="2400" dirty="0" smtClean="0"/>
                <a:t>)</a:t>
              </a:r>
              <a:endParaRPr lang="en-US" sz="2400" dirty="0"/>
            </a:p>
          </p:txBody>
        </p:sp>
      </p:grpSp>
      <p:sp>
        <p:nvSpPr>
          <p:cNvPr id="13" name="Rounded Rectangular Callout 12"/>
          <p:cNvSpPr/>
          <p:nvPr/>
        </p:nvSpPr>
        <p:spPr>
          <a:xfrm>
            <a:off x="6080233" y="5927834"/>
            <a:ext cx="3126829" cy="930166"/>
          </a:xfrm>
          <a:prstGeom prst="wedgeRoundRectCallout">
            <a:avLst>
              <a:gd name="adj1" fmla="val -112957"/>
              <a:gd name="adj2" fmla="val -21092"/>
              <a:gd name="adj3" fmla="val 16667"/>
            </a:avLst>
          </a:prstGeom>
          <a:solidFill>
            <a:schemeClr val="bg1">
              <a:lumMod val="50000"/>
            </a:schemeClr>
          </a:solidFill>
          <a:ln w="38100">
            <a:solidFill>
              <a:schemeClr val="accent1">
                <a:lumMod val="50000"/>
              </a:schemeClr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/>
              <a:t>Required equation of the bisectors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xmlns="" val="2639983765"/>
      </p:ext>
    </p:extLst>
  </p:cSld>
  <p:clrMapOvr>
    <a:masterClrMapping/>
  </p:clrMapOvr>
  <p:transition advTm="32609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7564116" y="2774731"/>
            <a:ext cx="4438698" cy="3762026"/>
            <a:chOff x="7446580" y="2412124"/>
            <a:chExt cx="4438698" cy="3762026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xmlns="" id="{D785289F-B9E0-42AD-9393-DF26752AD232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6358287" y="4283438"/>
              <a:ext cx="3762026" cy="1939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xmlns="" id="{AA5B9652-D9EB-BDDF-A6BC-FE15826CA2BF}"/>
                </a:ext>
              </a:extLst>
            </p:cNvPr>
            <p:cNvCxnSpPr/>
            <p:nvPr/>
          </p:nvCxnSpPr>
          <p:spPr>
            <a:xfrm flipV="1">
              <a:off x="7491560" y="5454208"/>
              <a:ext cx="4393718" cy="5751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xmlns="" id="{AA5B9652-D9EB-BDDF-A6BC-FE15826CA2BF}"/>
                </a:ext>
              </a:extLst>
            </p:cNvPr>
            <p:cNvCxnSpPr/>
            <p:nvPr/>
          </p:nvCxnSpPr>
          <p:spPr>
            <a:xfrm>
              <a:off x="8718331" y="4556234"/>
              <a:ext cx="2900855" cy="31532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xmlns="" id="{D785289F-B9E0-42AD-9393-DF26752AD232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8021063" y="3858963"/>
              <a:ext cx="2774732" cy="717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7446580" y="5570486"/>
              <a:ext cx="688425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b="1" dirty="0" smtClean="0">
                  <a:solidFill>
                    <a:schemeClr val="tx1"/>
                  </a:solidFill>
                </a:rPr>
                <a:t>(0,0)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550169" y="4640319"/>
              <a:ext cx="735722" cy="4001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sz="2000" b="1" dirty="0" smtClean="0">
                  <a:solidFill>
                    <a:srgbClr val="000000"/>
                  </a:solidFill>
                </a:rPr>
                <a:t>(</a:t>
              </a:r>
              <a:r>
                <a:rPr lang="el-GR" sz="2000" b="1" dirty="0" smtClean="0">
                  <a:solidFill>
                    <a:srgbClr val="000000"/>
                  </a:solidFill>
                  <a:latin typeface="Franklin Gothic Book"/>
                </a:rPr>
                <a:t>α</a:t>
              </a:r>
              <a:r>
                <a:rPr lang="en-US" sz="2000" b="1" dirty="0" smtClean="0">
                  <a:solidFill>
                    <a:srgbClr val="000000"/>
                  </a:solidFill>
                  <a:latin typeface="Franklin Gothic Book"/>
                </a:rPr>
                <a:t>,</a:t>
              </a:r>
              <a:r>
                <a:rPr lang="el-GR" sz="2000" b="1" dirty="0" smtClean="0">
                  <a:solidFill>
                    <a:srgbClr val="000000"/>
                  </a:solidFill>
                  <a:latin typeface="Franklin Gothic Book"/>
                </a:rPr>
                <a:t>β</a:t>
              </a:r>
              <a:r>
                <a:rPr lang="en-US" sz="2000" b="1" dirty="0" smtClean="0">
                  <a:solidFill>
                    <a:srgbClr val="000000"/>
                  </a:solidFill>
                  <a:latin typeface="Franklin Gothic Book"/>
                </a:rPr>
                <a:t>)</a:t>
              </a:r>
              <a:endParaRPr lang="en-US" sz="12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xmlns="" id="{22788C46-D0BC-4307-AE55-7601A139E7CB}"/>
              </a:ext>
            </a:extLst>
          </p:cNvPr>
          <p:cNvSpPr txBox="1">
            <a:spLocks/>
          </p:cNvSpPr>
          <p:nvPr/>
        </p:nvSpPr>
        <p:spPr>
          <a:xfrm>
            <a:off x="442477" y="4448621"/>
            <a:ext cx="4744379" cy="9116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800" dirty="0" smtClean="0"/>
              <a:t>And bisector of the angles of this Equation is,</a:t>
            </a:r>
            <a:endParaRPr kumimoji="0" lang="en-US" sz="2800" b="0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558090" y="481670"/>
            <a:ext cx="10320117" cy="826869"/>
            <a:chOff x="558090" y="481670"/>
            <a:chExt cx="10320117" cy="826869"/>
          </a:xfrm>
        </p:grpSpPr>
        <p:sp>
          <p:nvSpPr>
            <p:cNvPr id="8" name="Content Placeholder 2">
              <a:extLst>
                <a:ext uri="{FF2B5EF4-FFF2-40B4-BE49-F238E27FC236}">
                  <a16:creationId xmlns:a16="http://schemas.microsoft.com/office/drawing/2014/main" xmlns="" id="{22788C46-D0BC-4307-AE55-7601A139E7CB}"/>
                </a:ext>
              </a:extLst>
            </p:cNvPr>
            <p:cNvSpPr txBox="1">
              <a:spLocks/>
            </p:cNvSpPr>
            <p:nvPr/>
          </p:nvSpPr>
          <p:spPr>
            <a:xfrm>
              <a:off x="558090" y="583325"/>
              <a:ext cx="10320117" cy="72521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 fontScale="92500"/>
            </a:bodyPr>
            <a:lstStyle/>
            <a:p>
              <a:pPr>
                <a:lnSpc>
                  <a:spcPct val="90000"/>
                </a:lnSpc>
                <a:spcBef>
                  <a:spcPts val="1000"/>
                </a:spcBef>
              </a:pPr>
              <a:r>
                <a:rPr lang="en-US" sz="2800" dirty="0" smtClean="0"/>
                <a:t>Considering</a:t>
              </a:r>
              <a:r>
                <a:rPr kumimoji="0" lang="en-US" sz="2800" b="0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  <a:cs typeface="+mn-cs"/>
                </a:rPr>
                <a:t> a point               </a:t>
              </a:r>
              <a:r>
                <a:rPr kumimoji="0" lang="en-US" sz="2800" b="0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</a:rPr>
                <a:t>on the </a:t>
              </a:r>
              <a:r>
                <a:rPr lang="en-US" sz="2800" dirty="0" smtClean="0"/>
                <a:t>general Equation of 2</a:t>
              </a:r>
              <a:r>
                <a:rPr lang="en-US" sz="2800" baseline="30000" dirty="0" smtClean="0"/>
                <a:t>nd</a:t>
              </a:r>
              <a:r>
                <a:rPr lang="en-US" sz="2800" dirty="0" smtClean="0"/>
                <a:t> degree.</a:t>
              </a:r>
              <a:endParaRPr kumimoji="0" lang="en-US" sz="2800" b="0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graphicFrame>
          <p:nvGraphicFramePr>
            <p:cNvPr id="15" name="Object 14"/>
            <p:cNvGraphicFramePr>
              <a:graphicFrameLocks noChangeAspect="1"/>
            </p:cNvGraphicFramePr>
            <p:nvPr/>
          </p:nvGraphicFramePr>
          <p:xfrm>
            <a:off x="3512205" y="481670"/>
            <a:ext cx="1321995" cy="590386"/>
          </p:xfrm>
          <a:graphic>
            <a:graphicData uri="http://schemas.openxmlformats.org/presentationml/2006/ole">
              <p:oleObj spid="_x0000_s3076" name="Equation" r:id="rId4" imgW="406080" imgH="215640" progId="Equation.3">
                <p:embed/>
              </p:oleObj>
            </a:graphicData>
          </a:graphic>
        </p:graphicFrame>
      </p:grpSp>
      <p:grpSp>
        <p:nvGrpSpPr>
          <p:cNvPr id="19" name="Group 18"/>
          <p:cNvGrpSpPr/>
          <p:nvPr/>
        </p:nvGrpSpPr>
        <p:grpSpPr>
          <a:xfrm>
            <a:off x="537070" y="1248220"/>
            <a:ext cx="10120420" cy="1447683"/>
            <a:chOff x="537070" y="1248219"/>
            <a:chExt cx="10120420" cy="1416153"/>
          </a:xfrm>
        </p:grpSpPr>
        <p:sp>
          <p:nvSpPr>
            <p:cNvPr id="9" name="Content Placeholder 2">
              <a:extLst>
                <a:ext uri="{FF2B5EF4-FFF2-40B4-BE49-F238E27FC236}">
                  <a16:creationId xmlns:a16="http://schemas.microsoft.com/office/drawing/2014/main" xmlns="" id="{22788C46-D0BC-4307-AE55-7601A139E7CB}"/>
                </a:ext>
              </a:extLst>
            </p:cNvPr>
            <p:cNvSpPr txBox="1">
              <a:spLocks/>
            </p:cNvSpPr>
            <p:nvPr/>
          </p:nvSpPr>
          <p:spPr>
            <a:xfrm>
              <a:off x="537070" y="1248219"/>
              <a:ext cx="10120420" cy="1416153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/>
            <a:p>
              <a:pPr>
                <a:lnSpc>
                  <a:spcPct val="90000"/>
                </a:lnSpc>
                <a:spcBef>
                  <a:spcPts val="1000"/>
                </a:spcBef>
              </a:pPr>
              <a:r>
                <a:rPr lang="en-US" sz="2800" dirty="0" smtClean="0"/>
                <a:t>Now, if we </a:t>
              </a:r>
              <a:r>
                <a:rPr lang="en-US" sz="2800" dirty="0" smtClean="0">
                  <a:solidFill>
                    <a:schemeClr val="accent1">
                      <a:lumMod val="50000"/>
                    </a:schemeClr>
                  </a:solidFill>
                </a:rPr>
                <a:t>shift</a:t>
              </a:r>
              <a:r>
                <a:rPr lang="en-US" sz="2800" dirty="0" smtClean="0"/>
                <a:t> the origin </a:t>
              </a:r>
              <a:r>
                <a:rPr lang="en-US" sz="2800" dirty="0" smtClean="0">
                  <a:solidFill>
                    <a:schemeClr val="accent1">
                      <a:lumMod val="50000"/>
                    </a:schemeClr>
                  </a:solidFill>
                </a:rPr>
                <a:t>without changing the direction of axes</a:t>
              </a:r>
              <a:r>
                <a:rPr lang="en-US" sz="2800" dirty="0" smtClean="0"/>
                <a:t>, which is from origin             to            then the general Equation becomes</a:t>
              </a:r>
              <a:r>
                <a:rPr lang="en-US" sz="3200" dirty="0" smtClean="0"/>
                <a:t>, </a:t>
              </a:r>
              <a:endParaRPr kumimoji="0" lang="en-US" sz="3200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graphicFrame>
          <p:nvGraphicFramePr>
            <p:cNvPr id="16" name="Object 15"/>
            <p:cNvGraphicFramePr>
              <a:graphicFrameLocks noChangeAspect="1"/>
            </p:cNvGraphicFramePr>
            <p:nvPr/>
          </p:nvGraphicFramePr>
          <p:xfrm>
            <a:off x="4754836" y="1601020"/>
            <a:ext cx="1063135" cy="606152"/>
          </p:xfrm>
          <a:graphic>
            <a:graphicData uri="http://schemas.openxmlformats.org/presentationml/2006/ole">
              <p:oleObj spid="_x0000_s3077" name="Equation" r:id="rId5" imgW="317160" imgH="215640" progId="Equation.3">
                <p:embed/>
              </p:oleObj>
            </a:graphicData>
          </a:graphic>
        </p:graphicFrame>
        <p:graphicFrame>
          <p:nvGraphicFramePr>
            <p:cNvPr id="17" name="Object 16"/>
            <p:cNvGraphicFramePr>
              <a:graphicFrameLocks noChangeAspect="1"/>
            </p:cNvGraphicFramePr>
            <p:nvPr/>
          </p:nvGraphicFramePr>
          <p:xfrm>
            <a:off x="6255407" y="1608083"/>
            <a:ext cx="1028262" cy="597428"/>
          </p:xfrm>
          <a:graphic>
            <a:graphicData uri="http://schemas.openxmlformats.org/presentationml/2006/ole">
              <p:oleObj spid="_x0000_s3078" name="Equation" r:id="rId6" imgW="406080" imgH="215640" progId="Equation.3">
                <p:embed/>
              </p:oleObj>
            </a:graphicData>
          </a:graphic>
        </p:graphicFrame>
      </p:grpSp>
      <p:grpSp>
        <p:nvGrpSpPr>
          <p:cNvPr id="24" name="Group 23"/>
          <p:cNvGrpSpPr/>
          <p:nvPr/>
        </p:nvGrpSpPr>
        <p:grpSpPr>
          <a:xfrm>
            <a:off x="740979" y="2758965"/>
            <a:ext cx="4603532" cy="835572"/>
            <a:chOff x="953339" y="2727434"/>
            <a:chExt cx="4769925" cy="835572"/>
          </a:xfrm>
        </p:grpSpPr>
        <p:graphicFrame>
          <p:nvGraphicFramePr>
            <p:cNvPr id="3074" name="Object 2"/>
            <p:cNvGraphicFramePr>
              <a:graphicFrameLocks noChangeAspect="1"/>
            </p:cNvGraphicFramePr>
            <p:nvPr/>
          </p:nvGraphicFramePr>
          <p:xfrm>
            <a:off x="999524" y="2728913"/>
            <a:ext cx="4610100" cy="755650"/>
          </p:xfrm>
          <a:graphic>
            <a:graphicData uri="http://schemas.openxmlformats.org/presentationml/2006/ole">
              <p:oleObj spid="_x0000_s3074" name="Equation" r:id="rId7" imgW="1396800" imgH="228600" progId="Equation.3">
                <p:embed/>
              </p:oleObj>
            </a:graphicData>
          </a:graphic>
        </p:graphicFrame>
        <p:sp>
          <p:nvSpPr>
            <p:cNvPr id="21" name="Rectangle 20"/>
            <p:cNvSpPr/>
            <p:nvPr/>
          </p:nvSpPr>
          <p:spPr>
            <a:xfrm>
              <a:off x="953339" y="2727434"/>
              <a:ext cx="4769925" cy="835572"/>
            </a:xfrm>
            <a:prstGeom prst="rect">
              <a:avLst/>
            </a:prstGeom>
            <a:noFill/>
            <a:ln w="44450">
              <a:solidFill>
                <a:schemeClr val="accent1">
                  <a:lumMod val="50000"/>
                </a:schemeClr>
              </a:solidFill>
            </a:ln>
            <a:effectLst>
              <a:outerShdw blurRad="50800" dist="38100" algn="l" rotWithShape="0">
                <a:schemeClr val="accent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5423339" y="3815255"/>
            <a:ext cx="2443654" cy="1229711"/>
            <a:chOff x="5856840" y="3815255"/>
            <a:chExt cx="2238703" cy="1229711"/>
          </a:xfrm>
          <a:effectLst>
            <a:outerShdw blurRad="50800" dist="50800" dir="5400000" algn="ctr" rotWithShape="0">
              <a:srgbClr val="000000">
                <a:alpha val="82000"/>
              </a:srgbClr>
            </a:outerShdw>
          </a:effectLst>
        </p:grpSpPr>
        <p:sp>
          <p:nvSpPr>
            <p:cNvPr id="25" name="Rectangular Callout 24"/>
            <p:cNvSpPr/>
            <p:nvPr/>
          </p:nvSpPr>
          <p:spPr>
            <a:xfrm>
              <a:off x="5856840" y="3815255"/>
              <a:ext cx="2238703" cy="1229711"/>
            </a:xfrm>
            <a:prstGeom prst="wedgeRectCallout">
              <a:avLst>
                <a:gd name="adj1" fmla="val -112078"/>
                <a:gd name="adj2" fmla="val -64919"/>
              </a:avLst>
            </a:prstGeom>
            <a:solidFill>
              <a:schemeClr val="bg1">
                <a:lumMod val="50000"/>
              </a:schemeClr>
            </a:solidFill>
            <a:ln w="28575">
              <a:solidFill>
                <a:schemeClr val="accent1">
                  <a:lumMod val="50000"/>
                </a:schemeClr>
              </a:solidFill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26" name="Object 25"/>
            <p:cNvGraphicFramePr>
              <a:graphicFrameLocks noChangeAspect="1"/>
            </p:cNvGraphicFramePr>
            <p:nvPr/>
          </p:nvGraphicFramePr>
          <p:xfrm>
            <a:off x="5880538" y="3894084"/>
            <a:ext cx="2096814" cy="1072054"/>
          </p:xfrm>
          <a:graphic>
            <a:graphicData uri="http://schemas.openxmlformats.org/presentationml/2006/ole">
              <p:oleObj spid="_x0000_s3080" name="Equation" r:id="rId8" imgW="647640" imgH="431640" progId="Equation.3">
                <p:embed/>
              </p:oleObj>
            </a:graphicData>
          </a:graphic>
        </p:graphicFrame>
      </p:grpSp>
      <p:grpSp>
        <p:nvGrpSpPr>
          <p:cNvPr id="33" name="Group 32"/>
          <p:cNvGrpSpPr/>
          <p:nvPr/>
        </p:nvGrpSpPr>
        <p:grpSpPr>
          <a:xfrm>
            <a:off x="515006" y="5339254"/>
            <a:ext cx="5412828" cy="1298028"/>
            <a:chOff x="499240" y="5339254"/>
            <a:chExt cx="5412828" cy="1298028"/>
          </a:xfrm>
        </p:grpSpPr>
        <p:graphicFrame>
          <p:nvGraphicFramePr>
            <p:cNvPr id="30" name="Object 29"/>
            <p:cNvGraphicFramePr>
              <a:graphicFrameLocks noChangeAspect="1"/>
            </p:cNvGraphicFramePr>
            <p:nvPr/>
          </p:nvGraphicFramePr>
          <p:xfrm>
            <a:off x="544623" y="5389946"/>
            <a:ext cx="5314950" cy="1184275"/>
          </p:xfrm>
          <a:graphic>
            <a:graphicData uri="http://schemas.openxmlformats.org/presentationml/2006/ole">
              <p:oleObj spid="_x0000_s3075" name="Equation" r:id="rId9" imgW="1473120" imgH="419040" progId="Equation.3">
                <p:embed/>
              </p:oleObj>
            </a:graphicData>
          </a:graphic>
        </p:graphicFrame>
        <p:sp>
          <p:nvSpPr>
            <p:cNvPr id="32" name="Rectangle 31"/>
            <p:cNvSpPr/>
            <p:nvPr/>
          </p:nvSpPr>
          <p:spPr>
            <a:xfrm>
              <a:off x="499240" y="5339254"/>
              <a:ext cx="5412828" cy="1298028"/>
            </a:xfrm>
            <a:prstGeom prst="rect">
              <a:avLst/>
            </a:prstGeom>
            <a:noFill/>
            <a:ln w="44450">
              <a:solidFill>
                <a:schemeClr val="accent1">
                  <a:lumMod val="50000"/>
                </a:schemeClr>
              </a:solidFill>
            </a:ln>
            <a:effectLst>
              <a:outerShdw blurRad="50800" dist="38100" algn="l" rotWithShape="0">
                <a:schemeClr val="accent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custDataLst>
      <p:tags r:id="rId2"/>
    </p:custDataLst>
    <p:extLst>
      <p:ext uri="{BB962C8B-B14F-4D97-AF65-F5344CB8AC3E}">
        <p14:creationId xmlns:p14="http://schemas.microsoft.com/office/powerpoint/2010/main" xmlns="" val="3446797337"/>
      </p:ext>
    </p:extLst>
  </p:cSld>
  <p:clrMapOvr>
    <a:masterClrMapping/>
  </p:clrMapOvr>
  <p:transition advTm="32609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34C72D2-EFDF-844A-8472-CB49A59B12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  <p:grpSp>
        <p:nvGrpSpPr>
          <p:cNvPr id="20" name="Group 19"/>
          <p:cNvGrpSpPr/>
          <p:nvPr/>
        </p:nvGrpSpPr>
        <p:grpSpPr>
          <a:xfrm>
            <a:off x="520263" y="1545021"/>
            <a:ext cx="8812923" cy="2695902"/>
            <a:chOff x="1608083" y="2349061"/>
            <a:chExt cx="9412014" cy="2711669"/>
          </a:xfrm>
        </p:grpSpPr>
        <p:sp>
          <p:nvSpPr>
            <p:cNvPr id="17" name="Horizontal Scroll 16"/>
            <p:cNvSpPr/>
            <p:nvPr/>
          </p:nvSpPr>
          <p:spPr>
            <a:xfrm>
              <a:off x="1608083" y="2349061"/>
              <a:ext cx="9412014" cy="2711669"/>
            </a:xfrm>
            <a:prstGeom prst="horizontalScroll">
              <a:avLst/>
            </a:prstGeom>
            <a:solidFill>
              <a:schemeClr val="bg1">
                <a:lumMod val="50000"/>
              </a:schemeClr>
            </a:solidFill>
            <a:ln w="41275" cmpd="sng">
              <a:solidFill>
                <a:schemeClr val="accent1">
                  <a:shade val="50000"/>
                </a:schemeClr>
              </a:solidFill>
              <a:prstDash val="solid"/>
            </a:ln>
            <a:effectLst>
              <a:innerShdw blurRad="254000" dir="9420000">
                <a:schemeClr val="tx1">
                  <a:lumMod val="95000"/>
                  <a:lumOff val="5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19" name="Object 18"/>
            <p:cNvGraphicFramePr>
              <a:graphicFrameLocks noChangeAspect="1"/>
            </p:cNvGraphicFramePr>
            <p:nvPr/>
          </p:nvGraphicFramePr>
          <p:xfrm>
            <a:off x="2490952" y="3022218"/>
            <a:ext cx="7866993" cy="1423659"/>
          </p:xfrm>
          <a:graphic>
            <a:graphicData uri="http://schemas.openxmlformats.org/presentationml/2006/ole">
              <p:oleObj spid="_x0000_s4101" name="Equation" r:id="rId4" imgW="2158920" imgH="431640" progId="Equation.3">
                <p:embed/>
              </p:oleObj>
            </a:graphicData>
          </a:graphic>
        </p:graphicFrame>
      </p:grpSp>
      <p:sp>
        <p:nvSpPr>
          <p:cNvPr id="10" name="Rectangle 9"/>
          <p:cNvSpPr/>
          <p:nvPr/>
        </p:nvSpPr>
        <p:spPr>
          <a:xfrm>
            <a:off x="857049" y="4417762"/>
            <a:ext cx="10609737" cy="138499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>Bisectors of the angles between </a:t>
            </a:r>
          </a:p>
          <a:p>
            <a:pPr algn="ctr"/>
            <a:r>
              <a:rPr lang="en-US" sz="28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>The lines represented by general equation of 2</a:t>
            </a:r>
            <a:r>
              <a:rPr lang="en-US" sz="2800" b="1" cap="all" baseline="3000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>nd</a:t>
            </a:r>
            <a:r>
              <a:rPr lang="en-US" sz="28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> degree</a:t>
            </a:r>
            <a:endParaRPr lang="en-US" sz="28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outerShdw blurRad="60007" dist="310007" dir="7680000" sy="30000" kx="1300200" algn="ctr" rotWithShape="0">
                  <a:prstClr val="black">
                    <a:alpha val="32000"/>
                  </a:prstClr>
                </a:outerShdw>
                <a:reflection blurRad="12700" stA="28000" endPos="45000" dist="1000" dir="5400000" sy="-100000" algn="bl" rotWithShape="0"/>
              </a:effectLst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646386" y="702387"/>
            <a:ext cx="9285890" cy="961167"/>
            <a:chOff x="646386" y="702387"/>
            <a:chExt cx="9285890" cy="961167"/>
          </a:xfrm>
        </p:grpSpPr>
        <p:graphicFrame>
          <p:nvGraphicFramePr>
            <p:cNvPr id="7" name="Object 6"/>
            <p:cNvGraphicFramePr>
              <a:graphicFrameLocks noChangeAspect="1"/>
            </p:cNvGraphicFramePr>
            <p:nvPr/>
          </p:nvGraphicFramePr>
          <p:xfrm>
            <a:off x="4376465" y="702387"/>
            <a:ext cx="936515" cy="543089"/>
          </p:xfrm>
          <a:graphic>
            <a:graphicData uri="http://schemas.openxmlformats.org/presentationml/2006/ole">
              <p:oleObj spid="_x0000_s4099" name="Equation" r:id="rId5" imgW="317160" imgH="215640" progId="Equation.3">
                <p:embed/>
              </p:oleObj>
            </a:graphicData>
          </a:graphic>
        </p:graphicFrame>
        <p:graphicFrame>
          <p:nvGraphicFramePr>
            <p:cNvPr id="8" name="Object 7"/>
            <p:cNvGraphicFramePr>
              <a:graphicFrameLocks noChangeAspect="1"/>
            </p:cNvGraphicFramePr>
            <p:nvPr/>
          </p:nvGraphicFramePr>
          <p:xfrm>
            <a:off x="6145048" y="725215"/>
            <a:ext cx="980966" cy="597428"/>
          </p:xfrm>
          <a:graphic>
            <a:graphicData uri="http://schemas.openxmlformats.org/presentationml/2006/ole">
              <p:oleObj spid="_x0000_s4100" name="Equation" r:id="rId6" imgW="406080" imgH="215640" progId="Equation.3">
                <p:embed/>
              </p:oleObj>
            </a:graphicData>
          </a:graphic>
        </p:graphicFrame>
        <p:sp>
          <p:nvSpPr>
            <p:cNvPr id="14" name="TextBox 13"/>
            <p:cNvSpPr txBox="1"/>
            <p:nvPr/>
          </p:nvSpPr>
          <p:spPr>
            <a:xfrm>
              <a:off x="646386" y="709447"/>
              <a:ext cx="928589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 smtClean="0"/>
                <a:t>Now, if we shift back to          from           then Equation(ii) becomes, </a:t>
              </a:r>
              <a:endParaRPr lang="en-US" sz="2800" dirty="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9900745" y="2112579"/>
            <a:ext cx="2291255" cy="2096814"/>
            <a:chOff x="9900745" y="2112579"/>
            <a:chExt cx="2291255" cy="2096814"/>
          </a:xfrm>
        </p:grpSpPr>
        <p:sp>
          <p:nvSpPr>
            <p:cNvPr id="12" name="Oval Callout 11"/>
            <p:cNvSpPr/>
            <p:nvPr/>
          </p:nvSpPr>
          <p:spPr>
            <a:xfrm>
              <a:off x="9900745" y="2112579"/>
              <a:ext cx="2291255" cy="2096814"/>
            </a:xfrm>
            <a:prstGeom prst="wedgeEllipseCallout">
              <a:avLst>
                <a:gd name="adj1" fmla="val -72499"/>
                <a:gd name="adj2" fmla="val -28333"/>
              </a:avLst>
            </a:prstGeom>
            <a:solidFill>
              <a:schemeClr val="tx1">
                <a:lumMod val="50000"/>
                <a:lumOff val="50000"/>
              </a:schemeClr>
            </a:solidFill>
            <a:ln w="44450">
              <a:solidFill>
                <a:schemeClr val="accent1">
                  <a:lumMod val="50000"/>
                </a:schemeClr>
              </a:solidFill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13" name="Object 12"/>
            <p:cNvGraphicFramePr>
              <a:graphicFrameLocks noChangeAspect="1"/>
            </p:cNvGraphicFramePr>
            <p:nvPr/>
          </p:nvGraphicFramePr>
          <p:xfrm>
            <a:off x="10200291" y="2601311"/>
            <a:ext cx="1837748" cy="1355834"/>
          </p:xfrm>
          <a:graphic>
            <a:graphicData uri="http://schemas.openxmlformats.org/presentationml/2006/ole">
              <p:oleObj spid="_x0000_s4102" name="Equation" r:id="rId7" imgW="647640" imgH="431640" progId="Equation.3">
                <p:embed/>
              </p:oleObj>
            </a:graphicData>
          </a:graphic>
        </p:graphicFrame>
      </p:grpSp>
    </p:spTree>
    <p:custDataLst>
      <p:tags r:id="rId2"/>
    </p:custDataLst>
    <p:extLst>
      <p:ext uri="{BB962C8B-B14F-4D97-AF65-F5344CB8AC3E}">
        <p14:creationId xmlns:p14="http://schemas.microsoft.com/office/powerpoint/2010/main" xmlns="" val="1639799154"/>
      </p:ext>
    </p:extLst>
  </p:cSld>
  <p:clrMapOvr>
    <a:masterClrMapping/>
  </p:clrMapOvr>
  <p:transition advTm="32609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</a:rPr>
              <a:t>Thank you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ush Script MT" pitchFamily="66" charset="0"/>
              </a:rPr>
              <a:t>For your patience 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rush Script MT" pitchFamily="66" charset="0"/>
            </a:endParaRPr>
          </a:p>
        </p:txBody>
      </p:sp>
    </p:spTree>
  </p:cSld>
  <p:clrMapOvr>
    <a:masterClrMapping/>
  </p:clrMapOvr>
  <p:transition advTm="32609">
    <p:split orient="vert"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6.5|11.1|6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12.9|8.2|17|0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7.9|2.4|9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7|11.2|4.3"/>
</p:tagLst>
</file>

<file path=ppt/theme/theme1.xml><?xml version="1.0" encoding="utf-8"?>
<a:theme xmlns:a="http://schemas.openxmlformats.org/drawingml/2006/main" name="Office Theme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F1176D5-513E-4E73-98C9-4CEA832F57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2076B5C-85B0-4D30-852D-5E5312EEA93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342FAFE-88B4-49B4-9588-86CB0E564E50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TM45331398</Template>
  <TotalTime>278</TotalTime>
  <Words>163</Words>
  <Application>Microsoft Office PowerPoint</Application>
  <PresentationFormat>Custom</PresentationFormat>
  <Paragraphs>35</Paragraphs>
  <Slides>6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Office Theme</vt:lpstr>
      <vt:lpstr>Equation</vt:lpstr>
      <vt:lpstr>The bisectors of the angles between the lines represented by the general equation of second degree</vt:lpstr>
      <vt:lpstr>General Equation of 2nd degree is:</vt:lpstr>
      <vt:lpstr>Slide 3</vt:lpstr>
      <vt:lpstr>Slide 4</vt:lpstr>
      <vt:lpstr>Slide 5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RIFA AZAD</dc:creator>
  <cp:lastModifiedBy>beautifulbd21@outlook.com</cp:lastModifiedBy>
  <cp:revision>287</cp:revision>
  <dcterms:created xsi:type="dcterms:W3CDTF">2022-12-20T05:08:20Z</dcterms:created>
  <dcterms:modified xsi:type="dcterms:W3CDTF">2022-12-27T19:08:30Z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